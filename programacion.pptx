
<file path=[Content_Types].xml><?xml version="1.0" encoding="utf-8"?>
<Types xmlns="http://schemas.openxmlformats.org/package/2006/content-types">
  <Default ContentType="image/jpeg" Extension="jpg"/>
  <Default ContentType="application/x-fontdata" Extension="fntdata"/>
  <Default ContentType="application/xml" Extension="xml"/>
  <Default ContentType="image/png" Extension="png"/>
  <Default ContentType="application/vnd.openxmlformats-package.relationships+xml" Extension="rels"/>
  <Override ContentType="application/vnd.openxmlformats-officedocument.presentationml.notesSlide+xml" PartName="/ppt/notesSlides/notesSlide6.xml"/>
  <Override ContentType="application/vnd.openxmlformats-officedocument.presentationml.notesSlide+xml" PartName="/ppt/notesSlides/notesSlide12.xml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9.xml"/>
  <Override ContentType="application/vnd.openxmlformats-officedocument.presentationml.notesSlide+xml" PartName="/ppt/notesSlides/notesSlide8.xml"/>
  <Override ContentType="application/vnd.openxmlformats-officedocument.presentationml.notesSlide+xml" PartName="/ppt/notesSlides/notesSlide7.xml"/>
  <Override ContentType="application/vnd.openxmlformats-officedocument.presentationml.notesSlide+xml" PartName="/ppt/notesSlides/notesSlide11.xml"/>
  <Override ContentType="application/vnd.openxmlformats-officedocument.presentationml.notesSlide+xml" PartName="/ppt/notesSlides/notesSlide2.xml"/>
  <Override ContentType="application/vnd.openxmlformats-officedocument.presentationml.notesSlide+xml" PartName="/ppt/notesSlides/notesSlide5.xml"/>
  <Override ContentType="application/vnd.openxmlformats-officedocument.presentationml.notesSlide+xml" PartName="/ppt/notesSlides/notesSlide4.xml"/>
  <Override ContentType="application/vnd.openxmlformats-officedocument.presentationml.notesSlide+xml" PartName="/ppt/notesSlides/notesSlide10.xml"/>
  <Override ContentType="application/vnd.openxmlformats-officedocument.presentationml.tableStyles+xml" PartName="/ppt/tableStyles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11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9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12.xml"/>
  <Override ContentType="application/vnd.openxmlformats-officedocument.presentationml.slide+xml" PartName="/ppt/slides/slide4.xml"/>
  <Override ContentType="application/vnd.openxmlformats-officedocument.presentationml.slide+xml" PartName="/ppt/slides/slide11.xml"/>
  <Override ContentType="application/vnd.openxmlformats-officedocument.presentationml.slide+xml" PartName="/ppt/slides/slide1.xml"/>
  <Override ContentType="application/vnd.openxmlformats-officedocument.presentationml.slide+xml" PartName="/ppt/slides/slide10.xml"/>
  <Override ContentType="application/vnd.openxmlformats-officedocument.presentationml.slide+xml" PartName="/ppt/slides/slide2.xml"/>
  <Override ContentType="application/vnd.openxmlformats-officedocument.presentationml.slide+xml" PartName="/ppt/slides/slide3.xml"/>
  <Override ContentType="application/vnd.openxmlformats-officedocument.presentationml.slide+xml" PartName="/ppt/slides/slide6.xml"/>
  <Override ContentType="application/vnd.openxmlformats-officedocument.presentationml.slide+xml" PartName="/ppt/slides/slide9.xml"/>
  <Override ContentType="application/vnd.openxmlformats-officedocument.presentationml.slide+xml" PartName="/ppt/slides/slide5.xml"/>
  <Override ContentType="application/vnd.openxmlformats-officedocument.presentationml.slide+xml" PartName="/ppt/slides/slide8.xml"/>
  <Override ContentType="application/vnd.openxmlformats-officedocument.presentationml.slide+xml" PartName="/ppt/slides/slide7.xml"/>
  <Override ContentType="application/vnd.openxmlformats-officedocument.presentationml.notesMaster+xml" PartName="/ppt/notesMasters/notesMaster1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  <Override ContentType="application/vnd.openxmlformats-officedocument.presentationml.viewProps+xml" PartName="/ppt/viewProps.xml"/>
</Types>
</file>

<file path=_rels/.rels><?xml version="1.0" encoding="UTF-8" standalone="yes"?><Relationships xmlns="http://schemas.openxmlformats.org/package/2006/relationships"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embedTrueTypeFonts="1" strictFirstAndLastChars="0" saveSubsetFonts="1">
  <p:sldMasterIdLst>
    <p:sldMasterId id="2147483659" r:id="rId5"/>
  </p:sldMasterIdLst>
  <p:notesMasterIdLst>
    <p:notesMasterId r:id="rId6"/>
  </p:notes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</p:sldIdLst>
  <p:sldSz cy="5143500" cx="9144000"/>
  <p:notesSz cx="6858000" cy="9144000"/>
  <p:embeddedFontLst>
    <p:embeddedFont>
      <p:font typeface="Montserrat"/>
      <p:regular r:id="rId19"/>
      <p:bold r:id="rId20"/>
      <p:italic r:id="rId21"/>
      <p:boldItalic r:id="rId22"/>
    </p:embeddedFont>
    <p:embeddedFont>
      <p:font typeface="Lato"/>
      <p:regular r:id="rId23"/>
      <p:bold r:id="rId24"/>
      <p:italic r:id="rId25"/>
      <p:boldItalic r:id="rId26"/>
    </p:embeddedFont>
  </p:embeddedFontLst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>
        <p15:guide id="1" orient="horz" pos="162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tableStyles.xml><?xml version="1.0" encoding="utf-8"?>
<a:tblStyleLst xmlns:a="http://schemas.openxmlformats.org/drawingml/2006/main" xmlns:r="http://schemas.openxmlformats.org/officeDocument/2006/relationships" def="{3E3702BF-C780-447A-94F2-BE2B03FB975D}">
  <a:tblStyle styleId="{3E3702BF-C780-447A-94F2-BE2B03FB975D}" styleName="Table_0">
    <a:wholeTbl>
      <a:tcTxStyle>
        <a:font>
          <a:latin typeface="Arial"/>
          <a:ea typeface="Arial"/>
          <a:cs typeface="Arial"/>
        </a:font>
        <a:srgbClr val="000000"/>
      </a:tcTxStyle>
      <a:tcStyle>
        <a:tcBdr>
          <a:left>
            <a:ln cap="flat" cmpd="sng" w="9525">
              <a:solidFill>
                <a:srgbClr val="9E9E9E"/>
              </a:solidFill>
              <a:prstDash val="solid"/>
              <a:round/>
              <a:headEnd len="sm" w="sm" type="none"/>
              <a:tailEnd len="sm" w="sm" type="none"/>
            </a:ln>
          </a:left>
          <a:right>
            <a:ln cap="flat" cmpd="sng" w="9525">
              <a:solidFill>
                <a:srgbClr val="9E9E9E"/>
              </a:solidFill>
              <a:prstDash val="solid"/>
              <a:round/>
              <a:headEnd len="sm" w="sm" type="none"/>
              <a:tailEnd len="sm" w="sm" type="none"/>
            </a:ln>
          </a:right>
          <a:top>
            <a:ln cap="flat" cmpd="sng" w="9525">
              <a:solidFill>
                <a:srgbClr val="9E9E9E"/>
              </a:solidFill>
              <a:prstDash val="solid"/>
              <a:round/>
              <a:headEnd len="sm" w="sm" type="none"/>
              <a:tailEnd len="sm" w="sm" type="none"/>
            </a:ln>
          </a:top>
          <a:bottom>
            <a:ln cap="flat" cmpd="sng" w="9525">
              <a:solidFill>
                <a:srgbClr val="9E9E9E"/>
              </a:solidFill>
              <a:prstDash val="solid"/>
              <a:round/>
              <a:headEnd len="sm" w="sm" type="none"/>
              <a:tailEnd len="sm" w="sm" type="none"/>
            </a:ln>
          </a:bottom>
          <a:insideH>
            <a:ln cap="flat" cmpd="sng" w="9525">
              <a:solidFill>
                <a:srgbClr val="9E9E9E"/>
              </a:solidFill>
              <a:prstDash val="solid"/>
              <a:round/>
              <a:headEnd len="sm" w="sm" type="none"/>
              <a:tailEnd len="sm" w="sm" type="none"/>
            </a:ln>
          </a:insideH>
          <a:insideV>
            <a:ln cap="flat" cmpd="sng" w="9525">
              <a:solidFill>
                <a:srgbClr val="9E9E9E"/>
              </a:solidFill>
              <a:prstDash val="solid"/>
              <a:round/>
              <a:headEnd len="sm" w="sm" type="none"/>
              <a:tailEnd len="sm" w="sm" type="none"/>
            </a:ln>
          </a:insideV>
        </a:tcBdr>
      </a:tcStyle>
    </a:wholeTbl>
    <a:band1H>
      <a:tcTxStyle/>
    </a:band1H>
    <a:band2H>
      <a:tcTxStyle/>
    </a:band2H>
    <a:band1V>
      <a:tcTxStyle/>
    </a:band1V>
    <a:band2V>
      <a:tcTxStyle/>
    </a:band2V>
    <a:lastCol>
      <a:tcTxStyle/>
    </a:lastCol>
    <a:firstCol>
      <a:tcTxStyle/>
    </a:firstCol>
    <a:lastRow>
      <a:tcTxStyle/>
    </a:lastRow>
    <a:seCell>
      <a:tcTxStyle/>
    </a:seCell>
    <a:swCell>
      <a:tcTxStyle/>
    </a:swCell>
    <a:firstRow>
      <a:tcTxStyle/>
    </a:firstRow>
    <a:neCell>
      <a:tcTxStyle/>
    </a:neCell>
    <a:nwCell>
      <a:tcTxStyle/>
    </a:nwCell>
  </a:tblStyle>
</a:tblStyleLst>
</file>

<file path=ppt/viewProps.xml><?xml version="1.0" encoding="utf-8"?>
<p:view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Comments="0">
  <p:slideViewPr>
    <p:cSldViewPr snapToGrid="0">
      <p:cViewPr varScale="1">
        <p:scale>
          <a:sx n="100" d="100"/>
          <a:sy n="100" d="100"/>
        </p:scale>
        <p:origin x="0" y="0"/>
      </p:cViewPr>
      <p:guideLst>
        <p:guide pos="1620" orient="horz"/>
        <p:guide pos="2880"/>
      </p:guideLst>
    </p:cSldViewPr>
  </p:slideViewPr>
</p:viewPr>
</file>

<file path=ppt/_rels/presentation.xml.rels><?xml version="1.0" encoding="UTF-8" standalone="yes"?><Relationships xmlns="http://schemas.openxmlformats.org/package/2006/relationships"><Relationship Id="rId20" Type="http://schemas.openxmlformats.org/officeDocument/2006/relationships/font" Target="fonts/Montserrat-bold.fntdata"/><Relationship Id="rId22" Type="http://schemas.openxmlformats.org/officeDocument/2006/relationships/font" Target="fonts/Montserrat-boldItalic.fntdata"/><Relationship Id="rId21" Type="http://schemas.openxmlformats.org/officeDocument/2006/relationships/font" Target="fonts/Montserrat-italic.fntdata"/><Relationship Id="rId24" Type="http://schemas.openxmlformats.org/officeDocument/2006/relationships/font" Target="fonts/Lato-bold.fntdata"/><Relationship Id="rId23" Type="http://schemas.openxmlformats.org/officeDocument/2006/relationships/font" Target="fonts/Lato-regular.fntdata"/><Relationship Id="rId1" Type="http://schemas.openxmlformats.org/officeDocument/2006/relationships/theme" Target="theme/theme1.xml"/><Relationship Id="rId2" Type="http://schemas.openxmlformats.org/officeDocument/2006/relationships/viewProps" Target="viewProps.xml"/><Relationship Id="rId3" Type="http://schemas.openxmlformats.org/officeDocument/2006/relationships/presProps" Target="presProps.xml"/><Relationship Id="rId4" Type="http://schemas.openxmlformats.org/officeDocument/2006/relationships/tableStyles" Target="tableStyles.xml"/><Relationship Id="rId9" Type="http://schemas.openxmlformats.org/officeDocument/2006/relationships/slide" Target="slides/slide3.xml"/><Relationship Id="rId26" Type="http://schemas.openxmlformats.org/officeDocument/2006/relationships/font" Target="fonts/Lato-boldItalic.fntdata"/><Relationship Id="rId25" Type="http://schemas.openxmlformats.org/officeDocument/2006/relationships/font" Target="fonts/Lato-italic.fntdata"/><Relationship Id="rId5" Type="http://schemas.openxmlformats.org/officeDocument/2006/relationships/slideMaster" Target="slideMasters/slideMaster1.xml"/><Relationship Id="rId6" Type="http://schemas.openxmlformats.org/officeDocument/2006/relationships/notesMaster" Target="notesMasters/notesMaster1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11" Type="http://schemas.openxmlformats.org/officeDocument/2006/relationships/slide" Target="slides/slide5.xml"/><Relationship Id="rId10" Type="http://schemas.openxmlformats.org/officeDocument/2006/relationships/slide" Target="slides/slide4.xml"/><Relationship Id="rId13" Type="http://schemas.openxmlformats.org/officeDocument/2006/relationships/slide" Target="slides/slide7.xml"/><Relationship Id="rId12" Type="http://schemas.openxmlformats.org/officeDocument/2006/relationships/slide" Target="slides/slide6.xml"/><Relationship Id="rId15" Type="http://schemas.openxmlformats.org/officeDocument/2006/relationships/slide" Target="slides/slide9.xml"/><Relationship Id="rId14" Type="http://schemas.openxmlformats.org/officeDocument/2006/relationships/slide" Target="slides/slide8.xml"/><Relationship Id="rId17" Type="http://schemas.openxmlformats.org/officeDocument/2006/relationships/slide" Target="slides/slide11.xml"/><Relationship Id="rId16" Type="http://schemas.openxmlformats.org/officeDocument/2006/relationships/slide" Target="slides/slide10.xml"/><Relationship Id="rId19" Type="http://schemas.openxmlformats.org/officeDocument/2006/relationships/font" Target="fonts/Montserrat-regular.fntdata"/><Relationship Id="rId18" Type="http://schemas.openxmlformats.org/officeDocument/2006/relationships/slide" Target="slides/slide12.xml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/>
          <p:nvPr>
            <p:ph idx="2" type="sldImg"/>
          </p:nvPr>
        </p:nvSpPr>
        <p:spPr>
          <a:xfrm>
            <a:off x="381300" y="685800"/>
            <a:ext cx="609607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" name="Google Shape;4;n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298450" lvl="0" marL="4572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indent="-298450" lvl="1" marL="9144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indent="-298450" lvl="2" marL="13716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indent="-298450" lvl="3" marL="18288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indent="-298450" lvl="6" marL="32004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indent="-298450" lvl="7" marL="36576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indent="-298450" lvl="8" marL="41148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/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30" name="Shape 13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1" name="Google Shape;131;p:notes"/>
          <p:cNvSpPr/>
          <p:nvPr>
            <p:ph idx="2" type="sldImg"/>
          </p:nvPr>
        </p:nvSpPr>
        <p:spPr>
          <a:xfrm>
            <a:off x="381300" y="685800"/>
            <a:ext cx="609607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32" name="Google Shape;132;p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37" name="Shape 13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8" name="Google Shape;138;gf3e3cc9d01_2_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39" name="Google Shape;139;gf3e3cc9d01_2_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46" name="Shape 14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7" name="Google Shape;147;gf3e3cc9d01_2_5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48" name="Google Shape;148;gf3e3cc9d01_2_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54" name="Shape 1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5" name="Google Shape;155;gf3e3cc9d01_2_15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56" name="Google Shape;156;gf3e3cc9d01_2_1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70" name="Shape 17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1" name="Google Shape;171;g133eaf60de5_2_23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72" name="Google Shape;172;g133eaf60de5_2_2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79" name="Shape 17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0" name="Google Shape;180;g133eaf60de5_0_2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81" name="Google Shape;181;g133eaf60de5_0_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85" name="Shape 18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6" name="Google Shape;186;g133eaf60de5_2_18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87" name="Google Shape;187;g133eaf60de5_2_1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92" name="Shape 19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3" name="Google Shape;193;g133eaf60de5_2_46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94" name="Google Shape;194;g133eaf60de5_2_4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99" name="Shape 19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0" name="Google Shape;200;g133eaf60de5_3_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01" name="Google Shape;201;g133eaf60de5_3_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05" name="Shape 20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6" name="Google Shape;206;g133eaf60de5_0_7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07" name="Google Shape;207;g133eaf60de5_0_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12" name="Shape 21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3" name="Google Shape;213;g13be615d74e_0_4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14" name="Google Shape;214;g13be615d74e_0_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31" name="Shape 23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2" name="Google Shape;232;gf3e3cc9d01_2_1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33" name="Google Shape;233;gf3e3cc9d01_2_1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" type="title">
  <p:cSld name="TITLE">
    <p:spTree>
      <p:nvGrpSpPr>
        <p:cNvPr id="9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Google Shape;10;p2"/>
          <p:cNvSpPr/>
          <p:nvPr/>
        </p:nvSpPr>
        <p:spPr>
          <a:xfrm rot="5400000">
            <a:off x="7500300" y="505"/>
            <a:ext cx="1643700" cy="1643700"/>
          </a:xfrm>
          <a:prstGeom prst="diagStripe">
            <a:avLst>
              <a:gd fmla="val 0" name="adj"/>
            </a:avLst>
          </a:prstGeom>
          <a:solidFill>
            <a:schemeClr val="lt1">
              <a:alpha val="3030"/>
            </a:schemeClr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grpSp>
        <p:nvGrpSpPr>
          <p:cNvPr id="11" name="Google Shape;11;p2"/>
          <p:cNvGrpSpPr/>
          <p:nvPr/>
        </p:nvGrpSpPr>
        <p:grpSpPr>
          <a:xfrm>
            <a:off x="0" y="490"/>
            <a:ext cx="5153705" cy="5134399"/>
            <a:chOff x="0" y="75"/>
            <a:chExt cx="5153705" cy="5152950"/>
          </a:xfrm>
        </p:grpSpPr>
        <p:sp>
          <p:nvSpPr>
            <p:cNvPr id="12" name="Google Shape;12;p2"/>
            <p:cNvSpPr/>
            <p:nvPr/>
          </p:nvSpPr>
          <p:spPr>
            <a:xfrm rot="-5400000">
              <a:off x="455" y="-225"/>
              <a:ext cx="5152800" cy="5153700"/>
            </a:xfrm>
            <a:prstGeom prst="diagStripe">
              <a:avLst>
                <a:gd fmla="val 50000" name="adj"/>
              </a:avLst>
            </a:prstGeom>
            <a:solidFill>
              <a:schemeClr val="lt1">
                <a:alpha val="303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3" name="Google Shape;13;p2"/>
            <p:cNvSpPr/>
            <p:nvPr/>
          </p:nvSpPr>
          <p:spPr>
            <a:xfrm rot="-5400000">
              <a:off x="150" y="1145825"/>
              <a:ext cx="3996600" cy="3996900"/>
            </a:xfrm>
            <a:prstGeom prst="diagStripe">
              <a:avLst>
                <a:gd fmla="val 58774" name="adj"/>
              </a:avLst>
            </a:prstGeom>
            <a:solidFill>
              <a:schemeClr val="lt1">
                <a:alpha val="303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4" name="Google Shape;14;p2"/>
            <p:cNvSpPr/>
            <p:nvPr/>
          </p:nvSpPr>
          <p:spPr>
            <a:xfrm rot="-5400000">
              <a:off x="1646" y="-75"/>
              <a:ext cx="2299800" cy="2300100"/>
            </a:xfrm>
            <a:prstGeom prst="diagStripe">
              <a:avLst>
                <a:gd fmla="val 50000" name="adj"/>
              </a:avLst>
            </a:pr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5" name="Google Shape;15;p2"/>
            <p:cNvSpPr/>
            <p:nvPr/>
          </p:nvSpPr>
          <p:spPr>
            <a:xfrm flipH="1">
              <a:off x="652821" y="590035"/>
              <a:ext cx="2300100" cy="2299800"/>
            </a:xfrm>
            <a:prstGeom prst="diagStripe">
              <a:avLst>
                <a:gd fmla="val 50000" name="adj"/>
              </a:avLst>
            </a:pr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sp>
        <p:nvSpPr>
          <p:cNvPr id="16" name="Google Shape;16;p2"/>
          <p:cNvSpPr txBox="1"/>
          <p:nvPr>
            <p:ph type="ctrTitle"/>
          </p:nvPr>
        </p:nvSpPr>
        <p:spPr>
          <a:xfrm>
            <a:off x="3537150" y="1578400"/>
            <a:ext cx="5017500" cy="15789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4000"/>
              <a:buNone/>
              <a:defRPr sz="4000"/>
            </a:lvl1pPr>
            <a:lvl2pPr lvl="1">
              <a:spcBef>
                <a:spcPts val="0"/>
              </a:spcBef>
              <a:spcAft>
                <a:spcPts val="0"/>
              </a:spcAft>
              <a:buSzPts val="4000"/>
              <a:buNone/>
              <a:defRPr sz="4000"/>
            </a:lvl2pPr>
            <a:lvl3pPr lvl="2">
              <a:spcBef>
                <a:spcPts val="0"/>
              </a:spcBef>
              <a:spcAft>
                <a:spcPts val="0"/>
              </a:spcAft>
              <a:buSzPts val="4000"/>
              <a:buNone/>
              <a:defRPr sz="4000"/>
            </a:lvl3pPr>
            <a:lvl4pPr lvl="3">
              <a:spcBef>
                <a:spcPts val="0"/>
              </a:spcBef>
              <a:spcAft>
                <a:spcPts val="0"/>
              </a:spcAft>
              <a:buSzPts val="4000"/>
              <a:buNone/>
              <a:defRPr sz="4000"/>
            </a:lvl4pPr>
            <a:lvl5pPr lvl="4">
              <a:spcBef>
                <a:spcPts val="0"/>
              </a:spcBef>
              <a:spcAft>
                <a:spcPts val="0"/>
              </a:spcAft>
              <a:buSzPts val="4000"/>
              <a:buNone/>
              <a:defRPr sz="4000"/>
            </a:lvl5pPr>
            <a:lvl6pPr lvl="5">
              <a:spcBef>
                <a:spcPts val="0"/>
              </a:spcBef>
              <a:spcAft>
                <a:spcPts val="0"/>
              </a:spcAft>
              <a:buSzPts val="4000"/>
              <a:buNone/>
              <a:defRPr sz="4000"/>
            </a:lvl6pPr>
            <a:lvl7pPr lvl="6">
              <a:spcBef>
                <a:spcPts val="0"/>
              </a:spcBef>
              <a:spcAft>
                <a:spcPts val="0"/>
              </a:spcAft>
              <a:buSzPts val="4000"/>
              <a:buNone/>
              <a:defRPr sz="4000"/>
            </a:lvl7pPr>
            <a:lvl8pPr lvl="7">
              <a:spcBef>
                <a:spcPts val="0"/>
              </a:spcBef>
              <a:spcAft>
                <a:spcPts val="0"/>
              </a:spcAft>
              <a:buSzPts val="4000"/>
              <a:buNone/>
              <a:defRPr sz="4000"/>
            </a:lvl8pPr>
            <a:lvl9pPr lvl="8">
              <a:spcBef>
                <a:spcPts val="0"/>
              </a:spcBef>
              <a:spcAft>
                <a:spcPts val="0"/>
              </a:spcAft>
              <a:buSzPts val="4000"/>
              <a:buNone/>
              <a:defRPr sz="4000"/>
            </a:lvl9pPr>
          </a:lstStyle>
          <a:p/>
        </p:txBody>
      </p:sp>
      <p:sp>
        <p:nvSpPr>
          <p:cNvPr id="17" name="Google Shape;17;p2"/>
          <p:cNvSpPr txBox="1"/>
          <p:nvPr>
            <p:ph idx="1" type="subTitle"/>
          </p:nvPr>
        </p:nvSpPr>
        <p:spPr>
          <a:xfrm>
            <a:off x="5083950" y="3924925"/>
            <a:ext cx="3470700" cy="506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300"/>
              <a:buNone/>
              <a:defRPr/>
            </a:lvl1pPr>
            <a:lvl2pPr lvl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300"/>
              <a:buNone/>
              <a:defRPr sz="1300"/>
            </a:lvl2pPr>
            <a:lvl3pPr lvl="2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300"/>
              <a:buNone/>
              <a:defRPr sz="1300"/>
            </a:lvl3pPr>
            <a:lvl4pPr lvl="3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300"/>
              <a:buNone/>
              <a:defRPr sz="1300"/>
            </a:lvl4pPr>
            <a:lvl5pPr lvl="4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300"/>
              <a:buNone/>
              <a:defRPr sz="1300"/>
            </a:lvl5pPr>
            <a:lvl6pPr lvl="5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300"/>
              <a:buNone/>
              <a:defRPr sz="1300"/>
            </a:lvl6pPr>
            <a:lvl7pPr lvl="6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300"/>
              <a:buNone/>
              <a:defRPr sz="1300"/>
            </a:lvl7pPr>
            <a:lvl8pPr lvl="7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300"/>
              <a:buNone/>
              <a:defRPr sz="1300"/>
            </a:lvl8pPr>
            <a:lvl9pPr lvl="8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300"/>
              <a:buNone/>
              <a:defRPr sz="1300"/>
            </a:lvl9pPr>
          </a:lstStyle>
          <a:p/>
        </p:txBody>
      </p:sp>
      <p:sp>
        <p:nvSpPr>
          <p:cNvPr id="18" name="Google Shape;18;p2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header" type="secHead">
  <p:cSld name="SECTION_HEADER">
    <p:spTree>
      <p:nvGrpSpPr>
        <p:cNvPr id="19" name="Shape 1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0" name="Google Shape;20;p3"/>
          <p:cNvGrpSpPr/>
          <p:nvPr/>
        </p:nvGrpSpPr>
        <p:grpSpPr>
          <a:xfrm>
            <a:off x="4406400" y="0"/>
            <a:ext cx="4737600" cy="5143065"/>
            <a:chOff x="4406400" y="0"/>
            <a:chExt cx="4737600" cy="5143065"/>
          </a:xfrm>
        </p:grpSpPr>
        <p:sp>
          <p:nvSpPr>
            <p:cNvPr id="21" name="Google Shape;21;p3"/>
            <p:cNvSpPr/>
            <p:nvPr/>
          </p:nvSpPr>
          <p:spPr>
            <a:xfrm rot="5400000">
              <a:off x="4408200" y="-1800"/>
              <a:ext cx="4734000" cy="4737600"/>
            </a:xfrm>
            <a:prstGeom prst="diagStripe">
              <a:avLst>
                <a:gd fmla="val 49469" name="adj"/>
              </a:avLst>
            </a:prstGeom>
            <a:solidFill>
              <a:schemeClr val="lt1">
                <a:alpha val="346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2" name="Google Shape;22;p3"/>
            <p:cNvSpPr/>
            <p:nvPr/>
          </p:nvSpPr>
          <p:spPr>
            <a:xfrm rot="5400000">
              <a:off x="4841125" y="5700"/>
              <a:ext cx="4298100" cy="4286700"/>
            </a:xfrm>
            <a:prstGeom prst="diagStripe">
              <a:avLst>
                <a:gd fmla="val 0" name="adj"/>
              </a:avLst>
            </a:prstGeom>
            <a:solidFill>
              <a:schemeClr val="lt1">
                <a:alpha val="346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3" name="Google Shape;23;p3"/>
            <p:cNvSpPr/>
            <p:nvPr/>
          </p:nvSpPr>
          <p:spPr>
            <a:xfrm rot="-5400000">
              <a:off x="5618399" y="1236468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lt1">
                <a:alpha val="731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4" name="Google Shape;24;p3"/>
            <p:cNvSpPr/>
            <p:nvPr/>
          </p:nvSpPr>
          <p:spPr>
            <a:xfrm flipH="1">
              <a:off x="5849857" y="1443956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lt1">
                <a:alpha val="731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5" name="Google Shape;25;p3"/>
            <p:cNvSpPr/>
            <p:nvPr/>
          </p:nvSpPr>
          <p:spPr>
            <a:xfrm rot="-5400000">
              <a:off x="5987081" y="2469465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lt1">
                <a:alpha val="731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6" name="Google Shape;26;p3"/>
            <p:cNvSpPr/>
            <p:nvPr/>
          </p:nvSpPr>
          <p:spPr>
            <a:xfrm flipH="1">
              <a:off x="6222115" y="2676953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lt1">
                <a:alpha val="731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7" name="Google Shape;27;p3"/>
            <p:cNvSpPr/>
            <p:nvPr/>
          </p:nvSpPr>
          <p:spPr>
            <a:xfrm rot="-5400000">
              <a:off x="6675341" y="1862018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lt1">
                <a:alpha val="731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8" name="Google Shape;28;p3"/>
            <p:cNvSpPr/>
            <p:nvPr/>
          </p:nvSpPr>
          <p:spPr>
            <a:xfrm flipH="1">
              <a:off x="6908099" y="2069505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9" name="Google Shape;29;p3"/>
            <p:cNvSpPr/>
            <p:nvPr/>
          </p:nvSpPr>
          <p:spPr>
            <a:xfrm rot="-5400000">
              <a:off x="6861141" y="2477810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lt1">
                <a:alpha val="731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0" name="Google Shape;30;p3"/>
            <p:cNvSpPr/>
            <p:nvPr/>
          </p:nvSpPr>
          <p:spPr>
            <a:xfrm flipH="1">
              <a:off x="7965266" y="2692963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lt1">
                <a:alpha val="731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1" name="Google Shape;31;p3"/>
            <p:cNvSpPr/>
            <p:nvPr/>
          </p:nvSpPr>
          <p:spPr>
            <a:xfrm flipH="1">
              <a:off x="8145082" y="3308755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lt1">
                <a:alpha val="731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2" name="Google Shape;32;p3"/>
            <p:cNvSpPr/>
            <p:nvPr/>
          </p:nvSpPr>
          <p:spPr>
            <a:xfrm rot="-5400000">
              <a:off x="7047599" y="3095015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lt1">
                <a:alpha val="731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3" name="Google Shape;33;p3"/>
            <p:cNvSpPr/>
            <p:nvPr/>
          </p:nvSpPr>
          <p:spPr>
            <a:xfrm flipH="1">
              <a:off x="7276649" y="3302502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lt1">
                <a:alpha val="731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4" name="Google Shape;34;p3"/>
            <p:cNvSpPr/>
            <p:nvPr/>
          </p:nvSpPr>
          <p:spPr>
            <a:xfrm rot="-5400000">
              <a:off x="7227414" y="3710807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5" name="Google Shape;35;p3"/>
            <p:cNvSpPr/>
            <p:nvPr/>
          </p:nvSpPr>
          <p:spPr>
            <a:xfrm flipH="1">
              <a:off x="7462448" y="3918294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lt1">
                <a:alpha val="731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6" name="Google Shape;36;p3"/>
            <p:cNvSpPr/>
            <p:nvPr/>
          </p:nvSpPr>
          <p:spPr>
            <a:xfrm rot="-5400000">
              <a:off x="8102491" y="3718473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lt1">
                <a:alpha val="731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7" name="Google Shape;37;p3"/>
            <p:cNvSpPr/>
            <p:nvPr/>
          </p:nvSpPr>
          <p:spPr>
            <a:xfrm flipH="1">
              <a:off x="8334533" y="3925960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lt1">
                <a:alpha val="731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8" name="Google Shape;38;p3"/>
            <p:cNvSpPr/>
            <p:nvPr/>
          </p:nvSpPr>
          <p:spPr>
            <a:xfrm rot="-5400000">
              <a:off x="8288290" y="4334265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lt1">
                <a:alpha val="731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sp>
        <p:nvSpPr>
          <p:cNvPr id="39" name="Google Shape;39;p3"/>
          <p:cNvSpPr txBox="1"/>
          <p:nvPr>
            <p:ph type="title"/>
          </p:nvPr>
        </p:nvSpPr>
        <p:spPr>
          <a:xfrm>
            <a:off x="823850" y="2053000"/>
            <a:ext cx="4587000" cy="11487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40" name="Google Shape;40;p3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body" type="tx">
  <p:cSld name="TITLE_AND_BODY">
    <p:spTree>
      <p:nvGrpSpPr>
        <p:cNvPr id="41" name="Shape 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42" name="Google Shape;42;p4"/>
          <p:cNvGrpSpPr/>
          <p:nvPr/>
        </p:nvGrpSpPr>
        <p:grpSpPr>
          <a:xfrm>
            <a:off x="0" y="381001"/>
            <a:ext cx="1037850" cy="1016287"/>
            <a:chOff x="0" y="381001"/>
            <a:chExt cx="1037850" cy="1016287"/>
          </a:xfrm>
        </p:grpSpPr>
        <p:sp>
          <p:nvSpPr>
            <p:cNvPr id="43" name="Google Shape;43;p4"/>
            <p:cNvSpPr/>
            <p:nvPr/>
          </p:nvSpPr>
          <p:spPr>
            <a:xfrm rot="-5400000">
              <a:off x="0" y="381001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4" name="Google Shape;44;p4"/>
            <p:cNvSpPr/>
            <p:nvPr/>
          </p:nvSpPr>
          <p:spPr>
            <a:xfrm flipH="1">
              <a:off x="229050" y="588489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sp>
        <p:nvSpPr>
          <p:cNvPr id="45" name="Google Shape;45;p4"/>
          <p:cNvSpPr txBox="1"/>
          <p:nvPr>
            <p:ph type="title"/>
          </p:nvPr>
        </p:nvSpPr>
        <p:spPr>
          <a:xfrm>
            <a:off x="1297500" y="393750"/>
            <a:ext cx="7038900" cy="914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1pPr>
            <a:lvl2pPr lvl="1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2pPr>
            <a:lvl3pPr lvl="2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3pPr>
            <a:lvl4pPr lvl="3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4pPr>
            <a:lvl5pPr lvl="4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5pPr>
            <a:lvl6pPr lvl="5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6pPr>
            <a:lvl7pPr lvl="6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7pPr>
            <a:lvl8pPr lvl="7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8pPr>
            <a:lvl9pPr lvl="8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9pPr>
          </a:lstStyle>
          <a:p/>
        </p:txBody>
      </p:sp>
      <p:sp>
        <p:nvSpPr>
          <p:cNvPr id="46" name="Google Shape;46;p4"/>
          <p:cNvSpPr txBox="1"/>
          <p:nvPr>
            <p:ph idx="1" type="body"/>
          </p:nvPr>
        </p:nvSpPr>
        <p:spPr>
          <a:xfrm>
            <a:off x="1297500" y="1567550"/>
            <a:ext cx="7038900" cy="2911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1150" lvl="0" marL="457200">
              <a:spcBef>
                <a:spcPts val="0"/>
              </a:spcBef>
              <a:spcAft>
                <a:spcPts val="0"/>
              </a:spcAft>
              <a:buSzPts val="1300"/>
              <a:buChar char="●"/>
              <a:defRPr/>
            </a:lvl1pPr>
            <a:lvl2pPr indent="-298450" lvl="1" marL="91440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2pPr>
            <a:lvl3pPr indent="-298450" lvl="2" marL="137160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3pPr>
            <a:lvl4pPr indent="-298450" lvl="3" marL="1828800">
              <a:spcBef>
                <a:spcPts val="0"/>
              </a:spcBef>
              <a:spcAft>
                <a:spcPts val="0"/>
              </a:spcAft>
              <a:buSzPts val="1100"/>
              <a:buChar char="●"/>
              <a:defRPr/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6pPr>
            <a:lvl7pPr indent="-298450" lvl="6" marL="3200400">
              <a:spcBef>
                <a:spcPts val="0"/>
              </a:spcBef>
              <a:spcAft>
                <a:spcPts val="0"/>
              </a:spcAft>
              <a:buSzPts val="1100"/>
              <a:buChar char="●"/>
              <a:defRPr/>
            </a:lvl7pPr>
            <a:lvl8pPr indent="-298450" lvl="7" marL="365760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8pPr>
            <a:lvl9pPr indent="-298450" lvl="8" marL="411480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9pPr>
          </a:lstStyle>
          <a:p/>
        </p:txBody>
      </p:sp>
      <p:sp>
        <p:nvSpPr>
          <p:cNvPr id="47" name="Google Shape;47;p4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two columns" type="twoColTx">
  <p:cSld name="TITLE_AND_TWO_COLUMNS">
    <p:spTree>
      <p:nvGrpSpPr>
        <p:cNvPr id="48" name="Shape 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49" name="Google Shape;49;p5"/>
          <p:cNvGrpSpPr/>
          <p:nvPr/>
        </p:nvGrpSpPr>
        <p:grpSpPr>
          <a:xfrm>
            <a:off x="0" y="381001"/>
            <a:ext cx="1037850" cy="1016287"/>
            <a:chOff x="0" y="381001"/>
            <a:chExt cx="1037850" cy="1016287"/>
          </a:xfrm>
        </p:grpSpPr>
        <p:sp>
          <p:nvSpPr>
            <p:cNvPr id="50" name="Google Shape;50;p5"/>
            <p:cNvSpPr/>
            <p:nvPr/>
          </p:nvSpPr>
          <p:spPr>
            <a:xfrm rot="-5400000">
              <a:off x="0" y="381001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51" name="Google Shape;51;p5"/>
            <p:cNvSpPr/>
            <p:nvPr/>
          </p:nvSpPr>
          <p:spPr>
            <a:xfrm flipH="1">
              <a:off x="229050" y="588489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sp>
        <p:nvSpPr>
          <p:cNvPr id="52" name="Google Shape;52;p5"/>
          <p:cNvSpPr txBox="1"/>
          <p:nvPr>
            <p:ph type="title"/>
          </p:nvPr>
        </p:nvSpPr>
        <p:spPr>
          <a:xfrm>
            <a:off x="1297500" y="393750"/>
            <a:ext cx="7038900" cy="914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1pPr>
            <a:lvl2pPr lvl="1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2pPr>
            <a:lvl3pPr lvl="2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3pPr>
            <a:lvl4pPr lvl="3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4pPr>
            <a:lvl5pPr lvl="4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5pPr>
            <a:lvl6pPr lvl="5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6pPr>
            <a:lvl7pPr lvl="6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7pPr>
            <a:lvl8pPr lvl="7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8pPr>
            <a:lvl9pPr lvl="8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9pPr>
          </a:lstStyle>
          <a:p/>
        </p:txBody>
      </p:sp>
      <p:sp>
        <p:nvSpPr>
          <p:cNvPr id="53" name="Google Shape;53;p5"/>
          <p:cNvSpPr txBox="1"/>
          <p:nvPr>
            <p:ph idx="1" type="body"/>
          </p:nvPr>
        </p:nvSpPr>
        <p:spPr>
          <a:xfrm>
            <a:off x="1297500" y="1567550"/>
            <a:ext cx="3403200" cy="2911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1150" lvl="0" marL="457200">
              <a:spcBef>
                <a:spcPts val="0"/>
              </a:spcBef>
              <a:spcAft>
                <a:spcPts val="0"/>
              </a:spcAft>
              <a:buSzPts val="1300"/>
              <a:buChar char="●"/>
              <a:defRPr/>
            </a:lvl1pPr>
            <a:lvl2pPr indent="-298450" lvl="1" marL="91440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2pPr>
            <a:lvl3pPr indent="-298450" lvl="2" marL="137160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3pPr>
            <a:lvl4pPr indent="-298450" lvl="3" marL="1828800">
              <a:spcBef>
                <a:spcPts val="0"/>
              </a:spcBef>
              <a:spcAft>
                <a:spcPts val="0"/>
              </a:spcAft>
              <a:buSzPts val="1100"/>
              <a:buChar char="●"/>
              <a:defRPr/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6pPr>
            <a:lvl7pPr indent="-298450" lvl="6" marL="3200400">
              <a:spcBef>
                <a:spcPts val="0"/>
              </a:spcBef>
              <a:spcAft>
                <a:spcPts val="0"/>
              </a:spcAft>
              <a:buSzPts val="1100"/>
              <a:buChar char="●"/>
              <a:defRPr/>
            </a:lvl7pPr>
            <a:lvl8pPr indent="-298450" lvl="7" marL="365760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8pPr>
            <a:lvl9pPr indent="-298450" lvl="8" marL="411480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9pPr>
          </a:lstStyle>
          <a:p/>
        </p:txBody>
      </p:sp>
      <p:sp>
        <p:nvSpPr>
          <p:cNvPr id="54" name="Google Shape;54;p5"/>
          <p:cNvSpPr txBox="1"/>
          <p:nvPr>
            <p:ph idx="2" type="body"/>
          </p:nvPr>
        </p:nvSpPr>
        <p:spPr>
          <a:xfrm>
            <a:off x="4933221" y="1567550"/>
            <a:ext cx="3403200" cy="2911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1150" lvl="0" marL="457200">
              <a:spcBef>
                <a:spcPts val="0"/>
              </a:spcBef>
              <a:spcAft>
                <a:spcPts val="0"/>
              </a:spcAft>
              <a:buSzPts val="1300"/>
              <a:buChar char="●"/>
              <a:defRPr/>
            </a:lvl1pPr>
            <a:lvl2pPr indent="-298450" lvl="1" marL="91440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2pPr>
            <a:lvl3pPr indent="-298450" lvl="2" marL="137160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3pPr>
            <a:lvl4pPr indent="-298450" lvl="3" marL="1828800">
              <a:spcBef>
                <a:spcPts val="0"/>
              </a:spcBef>
              <a:spcAft>
                <a:spcPts val="0"/>
              </a:spcAft>
              <a:buSzPts val="1100"/>
              <a:buChar char="●"/>
              <a:defRPr/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6pPr>
            <a:lvl7pPr indent="-298450" lvl="6" marL="3200400">
              <a:spcBef>
                <a:spcPts val="0"/>
              </a:spcBef>
              <a:spcAft>
                <a:spcPts val="0"/>
              </a:spcAft>
              <a:buSzPts val="1100"/>
              <a:buChar char="●"/>
              <a:defRPr/>
            </a:lvl7pPr>
            <a:lvl8pPr indent="-298450" lvl="7" marL="365760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8pPr>
            <a:lvl9pPr indent="-298450" lvl="8" marL="411480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9pPr>
          </a:lstStyle>
          <a:p/>
        </p:txBody>
      </p:sp>
      <p:sp>
        <p:nvSpPr>
          <p:cNvPr id="55" name="Google Shape;55;p5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" type="titleOnly">
  <p:cSld name="TITLE_ONLY">
    <p:spTree>
      <p:nvGrpSpPr>
        <p:cNvPr id="56" name="Shape 5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57" name="Google Shape;57;p6"/>
          <p:cNvGrpSpPr/>
          <p:nvPr/>
        </p:nvGrpSpPr>
        <p:grpSpPr>
          <a:xfrm>
            <a:off x="0" y="381001"/>
            <a:ext cx="1037850" cy="1016287"/>
            <a:chOff x="0" y="381001"/>
            <a:chExt cx="1037850" cy="1016287"/>
          </a:xfrm>
        </p:grpSpPr>
        <p:sp>
          <p:nvSpPr>
            <p:cNvPr id="58" name="Google Shape;58;p6"/>
            <p:cNvSpPr/>
            <p:nvPr/>
          </p:nvSpPr>
          <p:spPr>
            <a:xfrm rot="-5400000">
              <a:off x="0" y="381001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59" name="Google Shape;59;p6"/>
            <p:cNvSpPr/>
            <p:nvPr/>
          </p:nvSpPr>
          <p:spPr>
            <a:xfrm flipH="1">
              <a:off x="229050" y="588489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sp>
        <p:nvSpPr>
          <p:cNvPr id="60" name="Google Shape;60;p6"/>
          <p:cNvSpPr txBox="1"/>
          <p:nvPr>
            <p:ph type="title"/>
          </p:nvPr>
        </p:nvSpPr>
        <p:spPr>
          <a:xfrm>
            <a:off x="1297500" y="393750"/>
            <a:ext cx="7038900" cy="914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1pPr>
            <a:lvl2pPr lvl="1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2pPr>
            <a:lvl3pPr lvl="2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3pPr>
            <a:lvl4pPr lvl="3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4pPr>
            <a:lvl5pPr lvl="4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5pPr>
            <a:lvl6pPr lvl="5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6pPr>
            <a:lvl7pPr lvl="6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7pPr>
            <a:lvl8pPr lvl="7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8pPr>
            <a:lvl9pPr lvl="8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9pPr>
          </a:lstStyle>
          <a:p/>
        </p:txBody>
      </p:sp>
      <p:sp>
        <p:nvSpPr>
          <p:cNvPr id="61" name="Google Shape;61;p6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One column text">
  <p:cSld name="ONE_COLUMN_TEXT">
    <p:spTree>
      <p:nvGrpSpPr>
        <p:cNvPr id="62" name="Shape 6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63" name="Google Shape;63;p7"/>
          <p:cNvGrpSpPr/>
          <p:nvPr/>
        </p:nvGrpSpPr>
        <p:grpSpPr>
          <a:xfrm>
            <a:off x="0" y="381001"/>
            <a:ext cx="1037850" cy="1016287"/>
            <a:chOff x="0" y="381001"/>
            <a:chExt cx="1037850" cy="1016287"/>
          </a:xfrm>
        </p:grpSpPr>
        <p:sp>
          <p:nvSpPr>
            <p:cNvPr id="64" name="Google Shape;64;p7"/>
            <p:cNvSpPr/>
            <p:nvPr/>
          </p:nvSpPr>
          <p:spPr>
            <a:xfrm rot="-5400000">
              <a:off x="0" y="381001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65" name="Google Shape;65;p7"/>
            <p:cNvSpPr/>
            <p:nvPr/>
          </p:nvSpPr>
          <p:spPr>
            <a:xfrm flipH="1">
              <a:off x="229050" y="588489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sp>
        <p:nvSpPr>
          <p:cNvPr id="66" name="Google Shape;66;p7"/>
          <p:cNvSpPr txBox="1"/>
          <p:nvPr>
            <p:ph type="title"/>
          </p:nvPr>
        </p:nvSpPr>
        <p:spPr>
          <a:xfrm>
            <a:off x="1297500" y="393750"/>
            <a:ext cx="3798900" cy="1493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1pPr>
            <a:lvl2pPr lvl="1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2pPr>
            <a:lvl3pPr lvl="2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3pPr>
            <a:lvl4pPr lvl="3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4pPr>
            <a:lvl5pPr lvl="4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5pPr>
            <a:lvl6pPr lvl="5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6pPr>
            <a:lvl7pPr lvl="6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7pPr>
            <a:lvl8pPr lvl="7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8pPr>
            <a:lvl9pPr lvl="8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9pPr>
          </a:lstStyle>
          <a:p/>
        </p:txBody>
      </p:sp>
      <p:sp>
        <p:nvSpPr>
          <p:cNvPr id="67" name="Google Shape;67;p7"/>
          <p:cNvSpPr txBox="1"/>
          <p:nvPr>
            <p:ph idx="1" type="body"/>
          </p:nvPr>
        </p:nvSpPr>
        <p:spPr>
          <a:xfrm>
            <a:off x="1297500" y="1972550"/>
            <a:ext cx="3798900" cy="24159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1150" lvl="0" marL="457200">
              <a:spcBef>
                <a:spcPts val="0"/>
              </a:spcBef>
              <a:spcAft>
                <a:spcPts val="0"/>
              </a:spcAft>
              <a:buSzPts val="1300"/>
              <a:buChar char="●"/>
              <a:defRPr/>
            </a:lvl1pPr>
            <a:lvl2pPr indent="-298450" lvl="1" marL="91440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2pPr>
            <a:lvl3pPr indent="-298450" lvl="2" marL="137160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3pPr>
            <a:lvl4pPr indent="-298450" lvl="3" marL="1828800">
              <a:spcBef>
                <a:spcPts val="0"/>
              </a:spcBef>
              <a:spcAft>
                <a:spcPts val="0"/>
              </a:spcAft>
              <a:buSzPts val="1100"/>
              <a:buChar char="●"/>
              <a:defRPr/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6pPr>
            <a:lvl7pPr indent="-298450" lvl="6" marL="3200400">
              <a:spcBef>
                <a:spcPts val="0"/>
              </a:spcBef>
              <a:spcAft>
                <a:spcPts val="0"/>
              </a:spcAft>
              <a:buSzPts val="1100"/>
              <a:buChar char="●"/>
              <a:defRPr/>
            </a:lvl7pPr>
            <a:lvl8pPr indent="-298450" lvl="7" marL="365760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8pPr>
            <a:lvl9pPr indent="-298450" lvl="8" marL="411480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9pPr>
          </a:lstStyle>
          <a:p/>
        </p:txBody>
      </p:sp>
      <p:sp>
        <p:nvSpPr>
          <p:cNvPr id="68" name="Google Shape;68;p7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Main point">
  <p:cSld name="MAIN_POINT">
    <p:spTree>
      <p:nvGrpSpPr>
        <p:cNvPr id="69" name="Shape 6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70" name="Google Shape;70;p8"/>
          <p:cNvGrpSpPr/>
          <p:nvPr/>
        </p:nvGrpSpPr>
        <p:grpSpPr>
          <a:xfrm>
            <a:off x="4406400" y="0"/>
            <a:ext cx="4737600" cy="5143500"/>
            <a:chOff x="4406400" y="0"/>
            <a:chExt cx="4737600" cy="5143500"/>
          </a:xfrm>
        </p:grpSpPr>
        <p:sp>
          <p:nvSpPr>
            <p:cNvPr id="71" name="Google Shape;71;p8"/>
            <p:cNvSpPr/>
            <p:nvPr/>
          </p:nvSpPr>
          <p:spPr>
            <a:xfrm rot="5400000">
              <a:off x="4407900" y="-1500"/>
              <a:ext cx="4734600" cy="4737600"/>
            </a:xfrm>
            <a:prstGeom prst="diagStripe">
              <a:avLst>
                <a:gd fmla="val 49469" name="adj"/>
              </a:avLst>
            </a:prstGeom>
            <a:solidFill>
              <a:schemeClr val="lt1">
                <a:alpha val="346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72" name="Google Shape;72;p8"/>
            <p:cNvSpPr/>
            <p:nvPr/>
          </p:nvSpPr>
          <p:spPr>
            <a:xfrm rot="5400000">
              <a:off x="4840825" y="6000"/>
              <a:ext cx="4298700" cy="4286700"/>
            </a:xfrm>
            <a:prstGeom prst="diagStripe">
              <a:avLst>
                <a:gd fmla="val 0" name="adj"/>
              </a:avLst>
            </a:prstGeom>
            <a:solidFill>
              <a:schemeClr val="lt1">
                <a:alpha val="346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73" name="Google Shape;73;p8"/>
            <p:cNvSpPr/>
            <p:nvPr/>
          </p:nvSpPr>
          <p:spPr>
            <a:xfrm rot="-5400000">
              <a:off x="5618399" y="1236641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lt1">
                <a:alpha val="731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74" name="Google Shape;74;p8"/>
            <p:cNvSpPr/>
            <p:nvPr/>
          </p:nvSpPr>
          <p:spPr>
            <a:xfrm flipH="1">
              <a:off x="5849857" y="1444078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lt1">
                <a:alpha val="731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75" name="Google Shape;75;p8"/>
            <p:cNvSpPr/>
            <p:nvPr/>
          </p:nvSpPr>
          <p:spPr>
            <a:xfrm rot="-5400000">
              <a:off x="5987081" y="2469743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lt1">
                <a:alpha val="731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76" name="Google Shape;76;p8"/>
            <p:cNvSpPr/>
            <p:nvPr/>
          </p:nvSpPr>
          <p:spPr>
            <a:xfrm flipH="1">
              <a:off x="6222115" y="2677179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lt1">
                <a:alpha val="731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77" name="Google Shape;77;p8"/>
            <p:cNvSpPr/>
            <p:nvPr/>
          </p:nvSpPr>
          <p:spPr>
            <a:xfrm rot="-5400000">
              <a:off x="6675341" y="1862244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lt1">
                <a:alpha val="731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78" name="Google Shape;78;p8"/>
            <p:cNvSpPr/>
            <p:nvPr/>
          </p:nvSpPr>
          <p:spPr>
            <a:xfrm flipH="1">
              <a:off x="6908099" y="2069680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79" name="Google Shape;79;p8"/>
            <p:cNvSpPr/>
            <p:nvPr/>
          </p:nvSpPr>
          <p:spPr>
            <a:xfrm rot="-5400000">
              <a:off x="6861141" y="2478088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lt1">
                <a:alpha val="731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80" name="Google Shape;80;p8"/>
            <p:cNvSpPr/>
            <p:nvPr/>
          </p:nvSpPr>
          <p:spPr>
            <a:xfrm flipH="1">
              <a:off x="7965266" y="2693191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lt1">
                <a:alpha val="731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81" name="Google Shape;81;p8"/>
            <p:cNvSpPr/>
            <p:nvPr/>
          </p:nvSpPr>
          <p:spPr>
            <a:xfrm flipH="1">
              <a:off x="8145082" y="3309036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lt1">
                <a:alpha val="731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82" name="Google Shape;82;p8"/>
            <p:cNvSpPr/>
            <p:nvPr/>
          </p:nvSpPr>
          <p:spPr>
            <a:xfrm rot="-5400000">
              <a:off x="7047599" y="3095345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lt1">
                <a:alpha val="731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83" name="Google Shape;83;p8"/>
            <p:cNvSpPr/>
            <p:nvPr/>
          </p:nvSpPr>
          <p:spPr>
            <a:xfrm flipH="1">
              <a:off x="7276649" y="3302781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lt1">
                <a:alpha val="731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84" name="Google Shape;84;p8"/>
            <p:cNvSpPr/>
            <p:nvPr/>
          </p:nvSpPr>
          <p:spPr>
            <a:xfrm rot="-5400000">
              <a:off x="7227414" y="3711189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85" name="Google Shape;85;p8"/>
            <p:cNvSpPr/>
            <p:nvPr/>
          </p:nvSpPr>
          <p:spPr>
            <a:xfrm flipH="1">
              <a:off x="7462448" y="3918625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lt1">
                <a:alpha val="731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86" name="Google Shape;86;p8"/>
            <p:cNvSpPr/>
            <p:nvPr/>
          </p:nvSpPr>
          <p:spPr>
            <a:xfrm rot="-5400000">
              <a:off x="8102491" y="3718856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lt1">
                <a:alpha val="731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87" name="Google Shape;87;p8"/>
            <p:cNvSpPr/>
            <p:nvPr/>
          </p:nvSpPr>
          <p:spPr>
            <a:xfrm flipH="1">
              <a:off x="8334533" y="3926292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lt1">
                <a:alpha val="731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88" name="Google Shape;88;p8"/>
            <p:cNvSpPr/>
            <p:nvPr/>
          </p:nvSpPr>
          <p:spPr>
            <a:xfrm rot="-5400000">
              <a:off x="8288290" y="4334700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lt1">
                <a:alpha val="731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sp>
        <p:nvSpPr>
          <p:cNvPr id="89" name="Google Shape;89;p8"/>
          <p:cNvSpPr txBox="1"/>
          <p:nvPr>
            <p:ph type="title"/>
          </p:nvPr>
        </p:nvSpPr>
        <p:spPr>
          <a:xfrm>
            <a:off x="823850" y="866775"/>
            <a:ext cx="4587000" cy="3521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90" name="Google Shape;90;p8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title and description">
  <p:cSld name="SECTION_TITLE_AND_DESCRIPTION">
    <p:spTree>
      <p:nvGrpSpPr>
        <p:cNvPr id="91" name="Shape 9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92" name="Google Shape;92;p9"/>
          <p:cNvGrpSpPr/>
          <p:nvPr/>
        </p:nvGrpSpPr>
        <p:grpSpPr>
          <a:xfrm>
            <a:off x="0" y="381001"/>
            <a:ext cx="1037850" cy="1016287"/>
            <a:chOff x="0" y="381001"/>
            <a:chExt cx="1037850" cy="1016287"/>
          </a:xfrm>
        </p:grpSpPr>
        <p:sp>
          <p:nvSpPr>
            <p:cNvPr id="93" name="Google Shape;93;p9"/>
            <p:cNvSpPr/>
            <p:nvPr/>
          </p:nvSpPr>
          <p:spPr>
            <a:xfrm rot="-5400000">
              <a:off x="0" y="381001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94" name="Google Shape;94;p9"/>
            <p:cNvSpPr/>
            <p:nvPr/>
          </p:nvSpPr>
          <p:spPr>
            <a:xfrm flipH="1">
              <a:off x="229050" y="588489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sp>
        <p:nvSpPr>
          <p:cNvPr id="95" name="Google Shape;95;p9"/>
          <p:cNvSpPr txBox="1"/>
          <p:nvPr>
            <p:ph type="title"/>
          </p:nvPr>
        </p:nvSpPr>
        <p:spPr>
          <a:xfrm>
            <a:off x="1297500" y="1658325"/>
            <a:ext cx="3036300" cy="1751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1pPr>
            <a:lvl2pPr lvl="1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2pPr>
            <a:lvl3pPr lvl="2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3pPr>
            <a:lvl4pPr lvl="3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4pPr>
            <a:lvl5pPr lvl="4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5pPr>
            <a:lvl6pPr lvl="5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6pPr>
            <a:lvl7pPr lvl="6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7pPr>
            <a:lvl8pPr lvl="7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8pPr>
            <a:lvl9pPr lvl="8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9pPr>
          </a:lstStyle>
          <a:p/>
        </p:txBody>
      </p:sp>
      <p:sp>
        <p:nvSpPr>
          <p:cNvPr id="96" name="Google Shape;96;p9"/>
          <p:cNvSpPr txBox="1"/>
          <p:nvPr>
            <p:ph idx="1" type="subTitle"/>
          </p:nvPr>
        </p:nvSpPr>
        <p:spPr>
          <a:xfrm>
            <a:off x="1297500" y="3538000"/>
            <a:ext cx="3036300" cy="506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300"/>
              <a:buNone/>
              <a:defRPr/>
            </a:lvl1pPr>
            <a:lvl2pPr lvl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300"/>
              <a:buNone/>
              <a:defRPr sz="1300"/>
            </a:lvl2pPr>
            <a:lvl3pPr lvl="2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300"/>
              <a:buNone/>
              <a:defRPr sz="1300"/>
            </a:lvl3pPr>
            <a:lvl4pPr lvl="3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300"/>
              <a:buNone/>
              <a:defRPr sz="1300"/>
            </a:lvl4pPr>
            <a:lvl5pPr lvl="4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300"/>
              <a:buNone/>
              <a:defRPr sz="1300"/>
            </a:lvl5pPr>
            <a:lvl6pPr lvl="5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300"/>
              <a:buNone/>
              <a:defRPr sz="1300"/>
            </a:lvl6pPr>
            <a:lvl7pPr lvl="6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300"/>
              <a:buNone/>
              <a:defRPr sz="1300"/>
            </a:lvl7pPr>
            <a:lvl8pPr lvl="7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300"/>
              <a:buNone/>
              <a:defRPr sz="1300"/>
            </a:lvl8pPr>
            <a:lvl9pPr lvl="8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300"/>
              <a:buNone/>
              <a:defRPr sz="1300"/>
            </a:lvl9pPr>
          </a:lstStyle>
          <a:p/>
        </p:txBody>
      </p:sp>
      <p:sp>
        <p:nvSpPr>
          <p:cNvPr id="97" name="Google Shape;97;p9"/>
          <p:cNvSpPr txBox="1"/>
          <p:nvPr>
            <p:ph idx="2" type="body"/>
          </p:nvPr>
        </p:nvSpPr>
        <p:spPr>
          <a:xfrm>
            <a:off x="4648200" y="1696600"/>
            <a:ext cx="3676800" cy="23475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1150" lvl="0" marL="457200">
              <a:spcBef>
                <a:spcPts val="0"/>
              </a:spcBef>
              <a:spcAft>
                <a:spcPts val="0"/>
              </a:spcAft>
              <a:buSzPts val="1300"/>
              <a:buChar char="●"/>
              <a:defRPr/>
            </a:lvl1pPr>
            <a:lvl2pPr indent="-298450" lvl="1" marL="91440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2pPr>
            <a:lvl3pPr indent="-298450" lvl="2" marL="137160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3pPr>
            <a:lvl4pPr indent="-298450" lvl="3" marL="1828800">
              <a:spcBef>
                <a:spcPts val="0"/>
              </a:spcBef>
              <a:spcAft>
                <a:spcPts val="0"/>
              </a:spcAft>
              <a:buSzPts val="1100"/>
              <a:buChar char="●"/>
              <a:defRPr/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6pPr>
            <a:lvl7pPr indent="-298450" lvl="6" marL="3200400">
              <a:spcBef>
                <a:spcPts val="0"/>
              </a:spcBef>
              <a:spcAft>
                <a:spcPts val="0"/>
              </a:spcAft>
              <a:buSzPts val="1100"/>
              <a:buChar char="●"/>
              <a:defRPr/>
            </a:lvl7pPr>
            <a:lvl8pPr indent="-298450" lvl="7" marL="365760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8pPr>
            <a:lvl9pPr indent="-298450" lvl="8" marL="411480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9pPr>
          </a:lstStyle>
          <a:p/>
        </p:txBody>
      </p:sp>
      <p:sp>
        <p:nvSpPr>
          <p:cNvPr id="98" name="Google Shape;98;p9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aption">
  <p:cSld name="CAPTION_ONLY">
    <p:spTree>
      <p:nvGrpSpPr>
        <p:cNvPr id="99" name="Shape 9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00" name="Google Shape;100;p10"/>
          <p:cNvGrpSpPr/>
          <p:nvPr/>
        </p:nvGrpSpPr>
        <p:grpSpPr>
          <a:xfrm>
            <a:off x="0" y="4128572"/>
            <a:ext cx="698925" cy="684657"/>
            <a:chOff x="0" y="3785672"/>
            <a:chExt cx="698925" cy="684657"/>
          </a:xfrm>
        </p:grpSpPr>
        <p:sp>
          <p:nvSpPr>
            <p:cNvPr id="101" name="Google Shape;101;p10"/>
            <p:cNvSpPr/>
            <p:nvPr/>
          </p:nvSpPr>
          <p:spPr>
            <a:xfrm rot="-5400000">
              <a:off x="0" y="3785672"/>
              <a:ext cx="544800" cy="544800"/>
            </a:xfrm>
            <a:prstGeom prst="diagStripe">
              <a:avLst>
                <a:gd fmla="val 50000" name="adj"/>
              </a:avLst>
            </a:prstGeom>
            <a:solidFill>
              <a:schemeClr val="lt1">
                <a:alpha val="962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02" name="Google Shape;102;p10"/>
            <p:cNvSpPr/>
            <p:nvPr/>
          </p:nvSpPr>
          <p:spPr>
            <a:xfrm flipH="1">
              <a:off x="154125" y="3925529"/>
              <a:ext cx="544800" cy="544800"/>
            </a:xfrm>
            <a:prstGeom prst="diagStripe">
              <a:avLst>
                <a:gd fmla="val 50000" name="adj"/>
              </a:avLst>
            </a:prstGeom>
            <a:solidFill>
              <a:schemeClr val="lt1">
                <a:alpha val="962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sp>
        <p:nvSpPr>
          <p:cNvPr id="103" name="Google Shape;103;p10"/>
          <p:cNvSpPr txBox="1"/>
          <p:nvPr>
            <p:ph idx="1" type="body"/>
          </p:nvPr>
        </p:nvSpPr>
        <p:spPr>
          <a:xfrm>
            <a:off x="812725" y="4305375"/>
            <a:ext cx="6936000" cy="523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indent="-228600" lvl="0" marL="4572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300"/>
              <a:buNone/>
              <a:defRPr/>
            </a:lvl1pPr>
          </a:lstStyle>
          <a:p/>
        </p:txBody>
      </p:sp>
      <p:sp>
        <p:nvSpPr>
          <p:cNvPr id="104" name="Google Shape;104;p10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ig number">
  <p:cSld name="BIG_NUMBER">
    <p:spTree>
      <p:nvGrpSpPr>
        <p:cNvPr id="105" name="Shape 10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06" name="Google Shape;106;p11"/>
          <p:cNvGrpSpPr/>
          <p:nvPr/>
        </p:nvGrpSpPr>
        <p:grpSpPr>
          <a:xfrm>
            <a:off x="4406400" y="0"/>
            <a:ext cx="4737600" cy="5143065"/>
            <a:chOff x="4406400" y="0"/>
            <a:chExt cx="4737600" cy="5143065"/>
          </a:xfrm>
        </p:grpSpPr>
        <p:sp>
          <p:nvSpPr>
            <p:cNvPr id="107" name="Google Shape;107;p11"/>
            <p:cNvSpPr/>
            <p:nvPr/>
          </p:nvSpPr>
          <p:spPr>
            <a:xfrm rot="5400000">
              <a:off x="4408200" y="-1800"/>
              <a:ext cx="4734000" cy="4737600"/>
            </a:xfrm>
            <a:prstGeom prst="diagStripe">
              <a:avLst>
                <a:gd fmla="val 49469" name="adj"/>
              </a:avLst>
            </a:prstGeom>
            <a:solidFill>
              <a:schemeClr val="lt1">
                <a:alpha val="346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08" name="Google Shape;108;p11"/>
            <p:cNvSpPr/>
            <p:nvPr/>
          </p:nvSpPr>
          <p:spPr>
            <a:xfrm rot="5400000">
              <a:off x="4841125" y="5700"/>
              <a:ext cx="4298100" cy="4286700"/>
            </a:xfrm>
            <a:prstGeom prst="diagStripe">
              <a:avLst>
                <a:gd fmla="val 0" name="adj"/>
              </a:avLst>
            </a:prstGeom>
            <a:solidFill>
              <a:schemeClr val="lt1">
                <a:alpha val="346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09" name="Google Shape;109;p11"/>
            <p:cNvSpPr/>
            <p:nvPr/>
          </p:nvSpPr>
          <p:spPr>
            <a:xfrm rot="-5400000">
              <a:off x="5618399" y="1236468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lt1">
                <a:alpha val="731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10" name="Google Shape;110;p11"/>
            <p:cNvSpPr/>
            <p:nvPr/>
          </p:nvSpPr>
          <p:spPr>
            <a:xfrm flipH="1">
              <a:off x="5849857" y="1443956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lt1">
                <a:alpha val="731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11" name="Google Shape;111;p11"/>
            <p:cNvSpPr/>
            <p:nvPr/>
          </p:nvSpPr>
          <p:spPr>
            <a:xfrm rot="-5400000">
              <a:off x="5987081" y="2469465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lt1">
                <a:alpha val="731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12" name="Google Shape;112;p11"/>
            <p:cNvSpPr/>
            <p:nvPr/>
          </p:nvSpPr>
          <p:spPr>
            <a:xfrm flipH="1">
              <a:off x="6222115" y="2676953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lt1">
                <a:alpha val="731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13" name="Google Shape;113;p11"/>
            <p:cNvSpPr/>
            <p:nvPr/>
          </p:nvSpPr>
          <p:spPr>
            <a:xfrm rot="-5400000">
              <a:off x="6675341" y="1862018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lt1">
                <a:alpha val="731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14" name="Google Shape;114;p11"/>
            <p:cNvSpPr/>
            <p:nvPr/>
          </p:nvSpPr>
          <p:spPr>
            <a:xfrm flipH="1">
              <a:off x="6908099" y="2069505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15" name="Google Shape;115;p11"/>
            <p:cNvSpPr/>
            <p:nvPr/>
          </p:nvSpPr>
          <p:spPr>
            <a:xfrm rot="-5400000">
              <a:off x="6861141" y="2477810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lt1">
                <a:alpha val="731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16" name="Google Shape;116;p11"/>
            <p:cNvSpPr/>
            <p:nvPr/>
          </p:nvSpPr>
          <p:spPr>
            <a:xfrm flipH="1">
              <a:off x="7965266" y="2692963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lt1">
                <a:alpha val="731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17" name="Google Shape;117;p11"/>
            <p:cNvSpPr/>
            <p:nvPr/>
          </p:nvSpPr>
          <p:spPr>
            <a:xfrm flipH="1">
              <a:off x="8145082" y="3308755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lt1">
                <a:alpha val="731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18" name="Google Shape;118;p11"/>
            <p:cNvSpPr/>
            <p:nvPr/>
          </p:nvSpPr>
          <p:spPr>
            <a:xfrm rot="-5400000">
              <a:off x="7047599" y="3095015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lt1">
                <a:alpha val="731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19" name="Google Shape;119;p11"/>
            <p:cNvSpPr/>
            <p:nvPr/>
          </p:nvSpPr>
          <p:spPr>
            <a:xfrm flipH="1">
              <a:off x="7276649" y="3302502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lt1">
                <a:alpha val="731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20" name="Google Shape;120;p11"/>
            <p:cNvSpPr/>
            <p:nvPr/>
          </p:nvSpPr>
          <p:spPr>
            <a:xfrm rot="-5400000">
              <a:off x="7227414" y="3710807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21" name="Google Shape;121;p11"/>
            <p:cNvSpPr/>
            <p:nvPr/>
          </p:nvSpPr>
          <p:spPr>
            <a:xfrm flipH="1">
              <a:off x="7462448" y="3918294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lt1">
                <a:alpha val="731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22" name="Google Shape;122;p11"/>
            <p:cNvSpPr/>
            <p:nvPr/>
          </p:nvSpPr>
          <p:spPr>
            <a:xfrm rot="-5400000">
              <a:off x="8102491" y="3718473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lt1">
                <a:alpha val="731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23" name="Google Shape;123;p11"/>
            <p:cNvSpPr/>
            <p:nvPr/>
          </p:nvSpPr>
          <p:spPr>
            <a:xfrm flipH="1">
              <a:off x="8334533" y="3925960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lt1">
                <a:alpha val="731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24" name="Google Shape;124;p11"/>
            <p:cNvSpPr/>
            <p:nvPr/>
          </p:nvSpPr>
          <p:spPr>
            <a:xfrm rot="-5400000">
              <a:off x="8288290" y="4334265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lt1">
                <a:alpha val="731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sp>
        <p:nvSpPr>
          <p:cNvPr id="125" name="Google Shape;125;p11"/>
          <p:cNvSpPr txBox="1"/>
          <p:nvPr>
            <p:ph hasCustomPrompt="1" type="title"/>
          </p:nvPr>
        </p:nvSpPr>
        <p:spPr>
          <a:xfrm>
            <a:off x="823850" y="1284675"/>
            <a:ext cx="4776000" cy="1300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8000"/>
              <a:buNone/>
              <a:defRPr sz="8000"/>
            </a:lvl1pPr>
            <a:lvl2pPr lvl="1">
              <a:spcBef>
                <a:spcPts val="0"/>
              </a:spcBef>
              <a:spcAft>
                <a:spcPts val="0"/>
              </a:spcAft>
              <a:buSzPts val="8000"/>
              <a:buNone/>
              <a:defRPr sz="8000"/>
            </a:lvl2pPr>
            <a:lvl3pPr lvl="2">
              <a:spcBef>
                <a:spcPts val="0"/>
              </a:spcBef>
              <a:spcAft>
                <a:spcPts val="0"/>
              </a:spcAft>
              <a:buSzPts val="8000"/>
              <a:buNone/>
              <a:defRPr sz="8000"/>
            </a:lvl3pPr>
            <a:lvl4pPr lvl="3">
              <a:spcBef>
                <a:spcPts val="0"/>
              </a:spcBef>
              <a:spcAft>
                <a:spcPts val="0"/>
              </a:spcAft>
              <a:buSzPts val="8000"/>
              <a:buNone/>
              <a:defRPr sz="8000"/>
            </a:lvl4pPr>
            <a:lvl5pPr lvl="4">
              <a:spcBef>
                <a:spcPts val="0"/>
              </a:spcBef>
              <a:spcAft>
                <a:spcPts val="0"/>
              </a:spcAft>
              <a:buSzPts val="8000"/>
              <a:buNone/>
              <a:defRPr sz="8000"/>
            </a:lvl5pPr>
            <a:lvl6pPr lvl="5">
              <a:spcBef>
                <a:spcPts val="0"/>
              </a:spcBef>
              <a:spcAft>
                <a:spcPts val="0"/>
              </a:spcAft>
              <a:buSzPts val="8000"/>
              <a:buNone/>
              <a:defRPr sz="8000"/>
            </a:lvl6pPr>
            <a:lvl7pPr lvl="6">
              <a:spcBef>
                <a:spcPts val="0"/>
              </a:spcBef>
              <a:spcAft>
                <a:spcPts val="0"/>
              </a:spcAft>
              <a:buSzPts val="8000"/>
              <a:buNone/>
              <a:defRPr sz="8000"/>
            </a:lvl7pPr>
            <a:lvl8pPr lvl="7">
              <a:spcBef>
                <a:spcPts val="0"/>
              </a:spcBef>
              <a:spcAft>
                <a:spcPts val="0"/>
              </a:spcAft>
              <a:buSzPts val="8000"/>
              <a:buNone/>
              <a:defRPr sz="8000"/>
            </a:lvl8pPr>
            <a:lvl9pPr lvl="8">
              <a:spcBef>
                <a:spcPts val="0"/>
              </a:spcBef>
              <a:spcAft>
                <a:spcPts val="0"/>
              </a:spcAft>
              <a:buSzPts val="8000"/>
              <a:buNone/>
              <a:defRPr sz="8000"/>
            </a:lvl9pPr>
          </a:lstStyle>
          <a:p>
            <a:r>
              <a:t>xx%</a:t>
            </a:r>
          </a:p>
        </p:txBody>
      </p:sp>
      <p:sp>
        <p:nvSpPr>
          <p:cNvPr id="126" name="Google Shape;126;p11"/>
          <p:cNvSpPr txBox="1"/>
          <p:nvPr>
            <p:ph idx="1" type="body"/>
          </p:nvPr>
        </p:nvSpPr>
        <p:spPr>
          <a:xfrm>
            <a:off x="823850" y="2643124"/>
            <a:ext cx="4776000" cy="12189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1150" lvl="0" marL="457200">
              <a:spcBef>
                <a:spcPts val="0"/>
              </a:spcBef>
              <a:spcAft>
                <a:spcPts val="0"/>
              </a:spcAft>
              <a:buSzPts val="1300"/>
              <a:buChar char="●"/>
              <a:defRPr/>
            </a:lvl1pPr>
            <a:lvl2pPr indent="-298450" lvl="1" marL="91440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2pPr>
            <a:lvl3pPr indent="-298450" lvl="2" marL="137160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3pPr>
            <a:lvl4pPr indent="-298450" lvl="3" marL="1828800">
              <a:spcBef>
                <a:spcPts val="0"/>
              </a:spcBef>
              <a:spcAft>
                <a:spcPts val="0"/>
              </a:spcAft>
              <a:buSzPts val="1100"/>
              <a:buChar char="●"/>
              <a:defRPr/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6pPr>
            <a:lvl7pPr indent="-298450" lvl="6" marL="3200400">
              <a:spcBef>
                <a:spcPts val="0"/>
              </a:spcBef>
              <a:spcAft>
                <a:spcPts val="0"/>
              </a:spcAft>
              <a:buSzPts val="1100"/>
              <a:buChar char="●"/>
              <a:defRPr/>
            </a:lvl7pPr>
            <a:lvl8pPr indent="-298450" lvl="7" marL="365760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8pPr>
            <a:lvl9pPr indent="-298450" lvl="8" marL="411480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9pPr>
          </a:lstStyle>
          <a:p/>
        </p:txBody>
      </p:sp>
      <p:sp>
        <p:nvSpPr>
          <p:cNvPr id="127" name="Google Shape;127;p11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" type="blank">
  <p:cSld name="BLANK">
    <p:spTree>
      <p:nvGrpSpPr>
        <p:cNvPr id="128" name="Shape 1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9" name="Google Shape;129;p12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2" Type="http://schemas.openxmlformats.org/officeDocument/2006/relationships/theme" Target="../theme/theme1.xml"/><Relationship Id="rId9" Type="http://schemas.openxmlformats.org/officeDocument/2006/relationships/slideLayout" Target="../slideLayouts/slideLayout9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 name="focus">
    <p:bg>
      <p:bgPr>
        <a:solidFill>
          <a:schemeClr val="dk1"/>
        </a:solidFill>
      </p:bgPr>
    </p:bg>
    <p:spTree>
      <p:nvGrpSpPr>
        <p:cNvPr id="5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Font typeface="Montserrat"/>
              <a:buNone/>
              <a:defRPr sz="2800">
                <a:solidFill>
                  <a:schemeClr val="lt1"/>
                </a:solidFill>
                <a:latin typeface="Montserrat"/>
                <a:ea typeface="Montserrat"/>
                <a:cs typeface="Montserrat"/>
                <a:sym typeface="Montserrat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Font typeface="Montserrat"/>
              <a:buNone/>
              <a:defRPr sz="2800">
                <a:solidFill>
                  <a:schemeClr val="lt1"/>
                </a:solidFill>
                <a:latin typeface="Montserrat"/>
                <a:ea typeface="Montserrat"/>
                <a:cs typeface="Montserrat"/>
                <a:sym typeface="Montserrat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Font typeface="Montserrat"/>
              <a:buNone/>
              <a:defRPr sz="2800">
                <a:solidFill>
                  <a:schemeClr val="lt1"/>
                </a:solidFill>
                <a:latin typeface="Montserrat"/>
                <a:ea typeface="Montserrat"/>
                <a:cs typeface="Montserrat"/>
                <a:sym typeface="Montserrat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Font typeface="Montserrat"/>
              <a:buNone/>
              <a:defRPr sz="2800">
                <a:solidFill>
                  <a:schemeClr val="lt1"/>
                </a:solidFill>
                <a:latin typeface="Montserrat"/>
                <a:ea typeface="Montserrat"/>
                <a:cs typeface="Montserrat"/>
                <a:sym typeface="Montserrat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Font typeface="Montserrat"/>
              <a:buNone/>
              <a:defRPr sz="2800">
                <a:solidFill>
                  <a:schemeClr val="lt1"/>
                </a:solidFill>
                <a:latin typeface="Montserrat"/>
                <a:ea typeface="Montserrat"/>
                <a:cs typeface="Montserrat"/>
                <a:sym typeface="Montserrat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Font typeface="Montserrat"/>
              <a:buNone/>
              <a:defRPr sz="2800">
                <a:solidFill>
                  <a:schemeClr val="lt1"/>
                </a:solidFill>
                <a:latin typeface="Montserrat"/>
                <a:ea typeface="Montserrat"/>
                <a:cs typeface="Montserrat"/>
                <a:sym typeface="Montserrat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Font typeface="Montserrat"/>
              <a:buNone/>
              <a:defRPr sz="2800">
                <a:solidFill>
                  <a:schemeClr val="lt1"/>
                </a:solidFill>
                <a:latin typeface="Montserrat"/>
                <a:ea typeface="Montserrat"/>
                <a:cs typeface="Montserrat"/>
                <a:sym typeface="Montserrat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Font typeface="Montserrat"/>
              <a:buNone/>
              <a:defRPr sz="2800">
                <a:solidFill>
                  <a:schemeClr val="lt1"/>
                </a:solidFill>
                <a:latin typeface="Montserrat"/>
                <a:ea typeface="Montserrat"/>
                <a:cs typeface="Montserrat"/>
                <a:sym typeface="Montserrat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Font typeface="Montserrat"/>
              <a:buNone/>
              <a:defRPr sz="2800">
                <a:solidFill>
                  <a:schemeClr val="lt1"/>
                </a:solidFill>
                <a:latin typeface="Montserrat"/>
                <a:ea typeface="Montserrat"/>
                <a:cs typeface="Montserrat"/>
                <a:sym typeface="Montserrat"/>
              </a:defRPr>
            </a:lvl9pPr>
          </a:lstStyle>
          <a:p/>
        </p:txBody>
      </p:sp>
      <p:sp>
        <p:nvSpPr>
          <p:cNvPr id="7" name="Google Shape;7;p1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1150" lvl="0" marL="457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300"/>
              <a:buFont typeface="Lato"/>
              <a:buChar char="●"/>
              <a:defRPr sz="1300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defRPr>
            </a:lvl1pPr>
            <a:lvl2pPr indent="-298450" lvl="1" marL="9144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Font typeface="Lato"/>
              <a:buChar char="○"/>
              <a:defRPr sz="1100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defRPr>
            </a:lvl2pPr>
            <a:lvl3pPr indent="-298450" lvl="2" marL="13716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Font typeface="Lato"/>
              <a:buChar char="■"/>
              <a:defRPr sz="1100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defRPr>
            </a:lvl3pPr>
            <a:lvl4pPr indent="-298450" lvl="3" marL="1828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Font typeface="Lato"/>
              <a:buChar char="●"/>
              <a:defRPr sz="1100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defRPr>
            </a:lvl4pPr>
            <a:lvl5pPr indent="-298450" lvl="4" marL="22860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Font typeface="Lato"/>
              <a:buChar char="○"/>
              <a:defRPr sz="1100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defRPr>
            </a:lvl5pPr>
            <a:lvl6pPr indent="-298450" lvl="5" marL="2743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Font typeface="Lato"/>
              <a:buChar char="■"/>
              <a:defRPr sz="1100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defRPr>
            </a:lvl6pPr>
            <a:lvl7pPr indent="-298450" lvl="6" marL="32004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Font typeface="Lato"/>
              <a:buChar char="●"/>
              <a:defRPr sz="1100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defRPr>
            </a:lvl7pPr>
            <a:lvl8pPr indent="-298450" lvl="7" marL="36576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Font typeface="Lato"/>
              <a:buChar char="○"/>
              <a:defRPr sz="1100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defRPr>
            </a:lvl8pPr>
            <a:lvl9pPr indent="-298450" lvl="8" marL="4114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Font typeface="Lato"/>
              <a:buChar char="■"/>
              <a:defRPr sz="1100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defRPr>
            </a:lvl9pPr>
          </a:lstStyle>
          <a:p/>
        </p:txBody>
      </p:sp>
      <p:sp>
        <p:nvSpPr>
          <p:cNvPr id="8" name="Google Shape;8;p1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lvl="0" algn="r">
              <a:buNone/>
              <a:defRPr sz="1000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defRPr>
            </a:lvl1pPr>
            <a:lvl2pPr lvl="1" algn="r">
              <a:buNone/>
              <a:defRPr sz="1000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defRPr>
            </a:lvl2pPr>
            <a:lvl3pPr lvl="2" algn="r">
              <a:buNone/>
              <a:defRPr sz="1000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defRPr>
            </a:lvl3pPr>
            <a:lvl4pPr lvl="3" algn="r">
              <a:buNone/>
              <a:defRPr sz="1000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defRPr>
            </a:lvl4pPr>
            <a:lvl5pPr lvl="4" algn="r">
              <a:buNone/>
              <a:defRPr sz="1000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defRPr>
            </a:lvl5pPr>
            <a:lvl6pPr lvl="5" algn="r">
              <a:buNone/>
              <a:defRPr sz="1000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defRPr>
            </a:lvl6pPr>
            <a:lvl7pPr lvl="6" algn="r">
              <a:buNone/>
              <a:defRPr sz="1000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defRPr>
            </a:lvl7pPr>
            <a:lvl8pPr lvl="7" algn="r">
              <a:buNone/>
              <a:defRPr sz="1000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defRPr>
            </a:lvl8pPr>
            <a:lvl9pPr lvl="8" algn="r">
              <a:buNone/>
              <a:defRPr sz="1000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"/>
              <a:t>‹#›</a:t>
            </a:fld>
            <a:endParaRPr/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48" r:id="rId1"/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2.xml"/><Relationship Id="rId3" Type="http://schemas.openxmlformats.org/officeDocument/2006/relationships/image" Target="../media/image2.png"/><Relationship Id="rId4" Type="http://schemas.openxmlformats.org/officeDocument/2006/relationships/image" Target="../media/image1.png"/></Relationships>
</file>

<file path=ppt/slides/_rels/slide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3.xml"/><Relationship Id="rId3" Type="http://schemas.openxmlformats.org/officeDocument/2006/relationships/image" Target="../media/image1.png"/><Relationship Id="rId4" Type="http://schemas.openxmlformats.org/officeDocument/2006/relationships/image" Target="../media/image5.jpg"/></Relationships>
</file>

<file path=ppt/slides/_rels/slide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4.xml"/><Relationship Id="rId3" Type="http://schemas.openxmlformats.org/officeDocument/2006/relationships/image" Target="../media/image18.png"/><Relationship Id="rId4" Type="http://schemas.openxmlformats.org/officeDocument/2006/relationships/image" Target="../media/image3.png"/><Relationship Id="rId5" Type="http://schemas.openxmlformats.org/officeDocument/2006/relationships/image" Target="../media/image4.png"/><Relationship Id="rId6" Type="http://schemas.openxmlformats.org/officeDocument/2006/relationships/image" Target="../media/image6.png"/><Relationship Id="rId7" Type="http://schemas.openxmlformats.org/officeDocument/2006/relationships/image" Target="../media/image7.png"/></Relationships>
</file>

<file path=ppt/slides/_rels/slide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9.xml"/><Relationship Id="rId3" Type="http://schemas.openxmlformats.org/officeDocument/2006/relationships/image" Target="../media/image8.jpg"/></Relationships>
</file>

<file path=ppt/slides/_rels/slide1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0.xml"/><Relationship Id="rId3" Type="http://schemas.openxmlformats.org/officeDocument/2006/relationships/image" Target="../media/image11.png"/></Relationships>
</file>

<file path=ppt/slides/_rels/slide1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1.xml"/><Relationship Id="rId3" Type="http://schemas.openxmlformats.org/officeDocument/2006/relationships/image" Target="../media/image10.png"/><Relationship Id="rId4" Type="http://schemas.openxmlformats.org/officeDocument/2006/relationships/image" Target="../media/image9.png"/><Relationship Id="rId9" Type="http://schemas.openxmlformats.org/officeDocument/2006/relationships/image" Target="../media/image16.png"/><Relationship Id="rId5" Type="http://schemas.openxmlformats.org/officeDocument/2006/relationships/image" Target="../media/image13.png"/><Relationship Id="rId6" Type="http://schemas.openxmlformats.org/officeDocument/2006/relationships/image" Target="../media/image14.png"/><Relationship Id="rId7" Type="http://schemas.openxmlformats.org/officeDocument/2006/relationships/image" Target="../media/image12.png"/><Relationship Id="rId8" Type="http://schemas.openxmlformats.org/officeDocument/2006/relationships/image" Target="../media/image15.png"/></Relationships>
</file>

<file path=ppt/slides/_rels/slide1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2.xml"/><Relationship Id="rId3" Type="http://schemas.openxmlformats.org/officeDocument/2006/relationships/image" Target="../media/image17.png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gradFill>
          <a:gsLst>
            <a:gs pos="0">
              <a:srgbClr val="FFF6DB"/>
            </a:gs>
            <a:gs pos="100000">
              <a:srgbClr val="FAD25C"/>
            </a:gs>
          </a:gsLst>
          <a:lin ang="5400012" scaled="0"/>
        </a:gradFill>
      </p:bgPr>
    </p:bg>
    <p:spTree>
      <p:nvGrpSpPr>
        <p:cNvPr id="133" name="Shape 13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4" name="Google Shape;134;p13"/>
          <p:cNvSpPr txBox="1"/>
          <p:nvPr>
            <p:ph type="ctrTitle"/>
          </p:nvPr>
        </p:nvSpPr>
        <p:spPr>
          <a:xfrm>
            <a:off x="3537150" y="1578400"/>
            <a:ext cx="5017500" cy="15789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SzPts val="990"/>
              <a:buNone/>
            </a:pPr>
            <a:r>
              <a:rPr lang="es" sz="3300">
                <a:solidFill>
                  <a:schemeClr val="dk1"/>
                </a:solidFill>
              </a:rPr>
              <a:t>Presentación de programación</a:t>
            </a:r>
            <a:endParaRPr sz="3300">
              <a:solidFill>
                <a:schemeClr val="dk1"/>
              </a:solidFill>
            </a:endParaRPr>
          </a:p>
        </p:txBody>
      </p:sp>
      <p:sp>
        <p:nvSpPr>
          <p:cNvPr id="135" name="Google Shape;135;p13"/>
          <p:cNvSpPr txBox="1"/>
          <p:nvPr/>
        </p:nvSpPr>
        <p:spPr>
          <a:xfrm>
            <a:off x="4900475" y="3446675"/>
            <a:ext cx="3745800" cy="1693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s">
                <a:solidFill>
                  <a:schemeClr val="dk1"/>
                </a:solidFill>
              </a:rPr>
              <a:t>Integrantes:</a:t>
            </a:r>
            <a:endParaRPr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s">
                <a:solidFill>
                  <a:schemeClr val="dk1"/>
                </a:solidFill>
              </a:rPr>
              <a:t>Diego Kohle (</a:t>
            </a:r>
            <a:r>
              <a:rPr lang="es">
                <a:solidFill>
                  <a:schemeClr val="dk1"/>
                </a:solidFill>
              </a:rPr>
              <a:t>Ejecución</a:t>
            </a:r>
            <a:r>
              <a:rPr lang="es">
                <a:solidFill>
                  <a:schemeClr val="dk1"/>
                </a:solidFill>
              </a:rPr>
              <a:t> informática)</a:t>
            </a:r>
            <a:endParaRPr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s">
                <a:solidFill>
                  <a:schemeClr val="dk1"/>
                </a:solidFill>
              </a:rPr>
              <a:t>Lucas Maza (Ejecución </a:t>
            </a:r>
            <a:r>
              <a:rPr lang="es">
                <a:solidFill>
                  <a:schemeClr val="dk1"/>
                </a:solidFill>
              </a:rPr>
              <a:t>Mecánica</a:t>
            </a:r>
            <a:r>
              <a:rPr lang="es">
                <a:solidFill>
                  <a:schemeClr val="dk1"/>
                </a:solidFill>
              </a:rPr>
              <a:t>)</a:t>
            </a:r>
            <a:endParaRPr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s">
                <a:solidFill>
                  <a:schemeClr val="dk1"/>
                </a:solidFill>
              </a:rPr>
              <a:t>Ignacio Pérez (Ejecución eléctrica) </a:t>
            </a:r>
            <a:endParaRPr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s">
                <a:solidFill>
                  <a:schemeClr val="dk1"/>
                </a:solidFill>
              </a:rPr>
              <a:t>Gonzalo Ramirez (Ejecución </a:t>
            </a:r>
            <a:r>
              <a:rPr lang="es">
                <a:solidFill>
                  <a:schemeClr val="dk1"/>
                </a:solidFill>
              </a:rPr>
              <a:t>eléctrica</a:t>
            </a:r>
            <a:r>
              <a:rPr lang="es">
                <a:solidFill>
                  <a:schemeClr val="dk1"/>
                </a:solidFill>
              </a:rPr>
              <a:t>)</a:t>
            </a:r>
            <a:endParaRPr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lt1"/>
              </a:solidFill>
            </a:endParaRPr>
          </a:p>
        </p:txBody>
      </p:sp>
      <p:sp>
        <p:nvSpPr>
          <p:cNvPr id="136" name="Google Shape;136;p13"/>
          <p:cNvSpPr txBox="1"/>
          <p:nvPr/>
        </p:nvSpPr>
        <p:spPr>
          <a:xfrm>
            <a:off x="677250" y="3446675"/>
            <a:ext cx="3654000" cy="8313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s">
                <a:solidFill>
                  <a:schemeClr val="dk1"/>
                </a:solidFill>
              </a:rPr>
              <a:t>Profesor: Pablo Lorca Orloff</a:t>
            </a:r>
            <a:endParaRPr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s">
                <a:solidFill>
                  <a:schemeClr val="dk1"/>
                </a:solidFill>
              </a:rPr>
              <a:t>                Luis Corral</a:t>
            </a:r>
            <a:endParaRPr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s">
                <a:solidFill>
                  <a:schemeClr val="dk1"/>
                </a:solidFill>
              </a:rPr>
              <a:t>Sección: G-2</a:t>
            </a:r>
            <a:endParaRPr>
              <a:solidFill>
                <a:schemeClr val="dk1"/>
              </a:solidFill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gradFill>
          <a:gsLst>
            <a:gs pos="0">
              <a:srgbClr val="FFF6DB"/>
            </a:gs>
            <a:gs pos="100000">
              <a:srgbClr val="FAD25C"/>
            </a:gs>
          </a:gsLst>
          <a:lin ang="5400012" scaled="0"/>
        </a:gradFill>
      </p:bgPr>
    </p:bg>
    <p:spTree>
      <p:nvGrpSpPr>
        <p:cNvPr id="140" name="Shape 14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1" name="Google Shape;141;p14"/>
          <p:cNvSpPr txBox="1"/>
          <p:nvPr>
            <p:ph type="title"/>
          </p:nvPr>
        </p:nvSpPr>
        <p:spPr>
          <a:xfrm>
            <a:off x="1255575" y="194000"/>
            <a:ext cx="7038900" cy="914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s">
                <a:solidFill>
                  <a:schemeClr val="dk1"/>
                </a:solidFill>
              </a:rPr>
              <a:t>Introducción</a:t>
            </a:r>
            <a:endParaRPr>
              <a:solidFill>
                <a:schemeClr val="dk1"/>
              </a:solidFill>
            </a:endParaRPr>
          </a:p>
        </p:txBody>
      </p:sp>
      <p:sp>
        <p:nvSpPr>
          <p:cNvPr id="142" name="Google Shape;142;p14"/>
          <p:cNvSpPr txBox="1"/>
          <p:nvPr>
            <p:ph idx="1" type="body"/>
          </p:nvPr>
        </p:nvSpPr>
        <p:spPr>
          <a:xfrm>
            <a:off x="1255575" y="805650"/>
            <a:ext cx="7038900" cy="2911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s" sz="1900">
                <a:solidFill>
                  <a:schemeClr val="dk1"/>
                </a:solidFill>
              </a:rPr>
              <a:t>-En el programa de </a:t>
            </a:r>
            <a:r>
              <a:rPr lang="es" sz="1900">
                <a:solidFill>
                  <a:schemeClr val="dk1"/>
                </a:solidFill>
              </a:rPr>
              <a:t>Python</a:t>
            </a:r>
            <a:r>
              <a:rPr lang="es" sz="1900">
                <a:solidFill>
                  <a:schemeClr val="dk1"/>
                </a:solidFill>
              </a:rPr>
              <a:t> se </a:t>
            </a:r>
            <a:r>
              <a:rPr lang="es" sz="1900">
                <a:solidFill>
                  <a:schemeClr val="dk1"/>
                </a:solidFill>
              </a:rPr>
              <a:t>buscará</a:t>
            </a:r>
            <a:r>
              <a:rPr lang="es" sz="1900">
                <a:solidFill>
                  <a:schemeClr val="dk1"/>
                </a:solidFill>
              </a:rPr>
              <a:t> crear un filtro de </a:t>
            </a:r>
            <a:r>
              <a:rPr lang="es" sz="1900">
                <a:solidFill>
                  <a:schemeClr val="dk1"/>
                </a:solidFill>
              </a:rPr>
              <a:t>imágenes</a:t>
            </a:r>
            <a:r>
              <a:rPr lang="es" sz="1900">
                <a:solidFill>
                  <a:schemeClr val="dk1"/>
                </a:solidFill>
              </a:rPr>
              <a:t>.</a:t>
            </a:r>
            <a:endParaRPr sz="1900"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t/>
            </a:r>
            <a:endParaRPr sz="1900"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t/>
            </a:r>
            <a:endParaRPr sz="1900"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t/>
            </a:r>
            <a:endParaRPr sz="1900"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lang="es" sz="1900">
                <a:solidFill>
                  <a:schemeClr val="dk1"/>
                </a:solidFill>
              </a:rPr>
              <a:t>-Estos filtros modifican los píxeles de las imágenes.</a:t>
            </a:r>
            <a:endParaRPr sz="1900"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1200"/>
              </a:spcBef>
              <a:spcAft>
                <a:spcPts val="1200"/>
              </a:spcAft>
              <a:buNone/>
            </a:pPr>
            <a:r>
              <a:t/>
            </a:r>
            <a:endParaRPr/>
          </a:p>
        </p:txBody>
      </p:sp>
      <p:pic>
        <p:nvPicPr>
          <p:cNvPr id="143" name="Google Shape;143;p14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348350" y="1252675"/>
            <a:ext cx="2260325" cy="1408700"/>
          </a:xfrm>
          <a:prstGeom prst="rect">
            <a:avLst/>
          </a:prstGeom>
          <a:noFill/>
          <a:ln>
            <a:noFill/>
          </a:ln>
        </p:spPr>
      </p:pic>
      <p:pic>
        <p:nvPicPr>
          <p:cNvPr id="144" name="Google Shape;144;p14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1385100" y="3217075"/>
            <a:ext cx="2428875" cy="1360175"/>
          </a:xfrm>
          <a:prstGeom prst="rect">
            <a:avLst/>
          </a:prstGeom>
          <a:noFill/>
          <a:ln>
            <a:noFill/>
          </a:ln>
        </p:spPr>
      </p:pic>
      <p:sp>
        <p:nvSpPr>
          <p:cNvPr id="145" name="Google Shape;145;p14"/>
          <p:cNvSpPr txBox="1"/>
          <p:nvPr/>
        </p:nvSpPr>
        <p:spPr>
          <a:xfrm>
            <a:off x="5977575" y="405450"/>
            <a:ext cx="2316900" cy="400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lt1"/>
              </a:solidFill>
              <a:latin typeface="Lato"/>
              <a:ea typeface="Lato"/>
              <a:cs typeface="Lato"/>
              <a:sym typeface="Lato"/>
            </a:endParaRP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gradFill>
          <a:gsLst>
            <a:gs pos="0">
              <a:srgbClr val="FFF6DB"/>
            </a:gs>
            <a:gs pos="100000">
              <a:srgbClr val="FAD25C"/>
            </a:gs>
          </a:gsLst>
          <a:lin ang="5400012" scaled="0"/>
        </a:gradFill>
      </p:bgPr>
    </p:bg>
    <p:spTree>
      <p:nvGrpSpPr>
        <p:cNvPr id="149" name="Shape 14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0" name="Google Shape;150;p15"/>
          <p:cNvSpPr txBox="1"/>
          <p:nvPr>
            <p:ph type="title"/>
          </p:nvPr>
        </p:nvSpPr>
        <p:spPr>
          <a:xfrm>
            <a:off x="1297500" y="393750"/>
            <a:ext cx="7038900" cy="914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s">
                <a:solidFill>
                  <a:schemeClr val="dk1"/>
                </a:solidFill>
              </a:rPr>
              <a:t>Definición del problema</a:t>
            </a:r>
            <a:endParaRPr>
              <a:solidFill>
                <a:schemeClr val="dk1"/>
              </a:solidFill>
            </a:endParaRPr>
          </a:p>
        </p:txBody>
      </p:sp>
      <p:sp>
        <p:nvSpPr>
          <p:cNvPr id="151" name="Google Shape;151;p15"/>
          <p:cNvSpPr txBox="1"/>
          <p:nvPr>
            <p:ph idx="1" type="body"/>
          </p:nvPr>
        </p:nvSpPr>
        <p:spPr>
          <a:xfrm>
            <a:off x="1251150" y="965150"/>
            <a:ext cx="7520400" cy="40740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s" sz="1900">
                <a:solidFill>
                  <a:schemeClr val="dk1"/>
                </a:solidFill>
              </a:rPr>
              <a:t>-Creación de un programa que realice ajustes a escala de matrices en una imagen, </a:t>
            </a:r>
            <a:r>
              <a:rPr lang="es" sz="1900">
                <a:solidFill>
                  <a:schemeClr val="dk1"/>
                </a:solidFill>
              </a:rPr>
              <a:t>aplicando</a:t>
            </a:r>
            <a:r>
              <a:rPr lang="es" sz="1900">
                <a:solidFill>
                  <a:schemeClr val="dk1"/>
                </a:solidFill>
              </a:rPr>
              <a:t> así, modificaciones en ella. </a:t>
            </a:r>
            <a:endParaRPr sz="1900"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lang="es" sz="1900">
                <a:solidFill>
                  <a:schemeClr val="dk1"/>
                </a:solidFill>
              </a:rPr>
              <a:t>-El programa debe aplicar 11 filtros de 5 categorías: Color, proximidad, escalado, dirección y composición. </a:t>
            </a:r>
            <a:endParaRPr sz="1900"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lang="es" sz="1900">
                <a:solidFill>
                  <a:schemeClr val="dk1"/>
                </a:solidFill>
              </a:rPr>
              <a:t>-Las </a:t>
            </a:r>
            <a:r>
              <a:rPr lang="es" sz="1900">
                <a:solidFill>
                  <a:schemeClr val="dk1"/>
                </a:solidFill>
              </a:rPr>
              <a:t>imágenes</a:t>
            </a:r>
            <a:r>
              <a:rPr lang="es" sz="1900">
                <a:solidFill>
                  <a:schemeClr val="dk1"/>
                </a:solidFill>
              </a:rPr>
              <a:t> que se </a:t>
            </a:r>
            <a:r>
              <a:rPr lang="es" sz="1900">
                <a:solidFill>
                  <a:schemeClr val="dk1"/>
                </a:solidFill>
              </a:rPr>
              <a:t>buscará</a:t>
            </a:r>
            <a:r>
              <a:rPr lang="es" sz="1900">
                <a:solidFill>
                  <a:schemeClr val="dk1"/>
                </a:solidFill>
              </a:rPr>
              <a:t> modificar </a:t>
            </a:r>
            <a:r>
              <a:rPr lang="es" sz="1900">
                <a:solidFill>
                  <a:schemeClr val="dk1"/>
                </a:solidFill>
              </a:rPr>
              <a:t>serán</a:t>
            </a:r>
            <a:r>
              <a:rPr lang="es" sz="1900">
                <a:solidFill>
                  <a:schemeClr val="dk1"/>
                </a:solidFill>
              </a:rPr>
              <a:t> de animales </a:t>
            </a:r>
            <a:r>
              <a:rPr lang="es" sz="1900">
                <a:solidFill>
                  <a:schemeClr val="dk1"/>
                </a:solidFill>
              </a:rPr>
              <a:t>domésticos</a:t>
            </a:r>
            <a:r>
              <a:rPr lang="es" sz="1900">
                <a:solidFill>
                  <a:schemeClr val="dk1"/>
                </a:solidFill>
              </a:rPr>
              <a:t>.</a:t>
            </a:r>
            <a:endParaRPr sz="1900"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1200"/>
              </a:spcBef>
              <a:spcAft>
                <a:spcPts val="1200"/>
              </a:spcAft>
              <a:buNone/>
            </a:pPr>
            <a:r>
              <a:t/>
            </a:r>
            <a:endParaRPr/>
          </a:p>
        </p:txBody>
      </p:sp>
      <p:pic>
        <p:nvPicPr>
          <p:cNvPr id="152" name="Google Shape;152;p15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297500" y="3167713"/>
            <a:ext cx="2428875" cy="1360175"/>
          </a:xfrm>
          <a:prstGeom prst="rect">
            <a:avLst/>
          </a:prstGeom>
          <a:noFill/>
          <a:ln>
            <a:noFill/>
          </a:ln>
        </p:spPr>
      </p:pic>
      <p:pic>
        <p:nvPicPr>
          <p:cNvPr id="153" name="Google Shape;153;p15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4425050" y="3057525"/>
            <a:ext cx="2806050" cy="1871426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gradFill>
          <a:gsLst>
            <a:gs pos="0">
              <a:srgbClr val="FFF6DB"/>
            </a:gs>
            <a:gs pos="100000">
              <a:srgbClr val="FAD25C"/>
            </a:gs>
          </a:gsLst>
          <a:lin ang="5400012" scaled="0"/>
        </a:gradFill>
      </p:bgPr>
    </p:bg>
    <p:spTree>
      <p:nvGrpSpPr>
        <p:cNvPr id="157" name="Shape 15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8" name="Google Shape;158;p16"/>
          <p:cNvSpPr txBox="1"/>
          <p:nvPr>
            <p:ph type="title"/>
          </p:nvPr>
        </p:nvSpPr>
        <p:spPr>
          <a:xfrm>
            <a:off x="1052550" y="206425"/>
            <a:ext cx="7038900" cy="914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s">
                <a:solidFill>
                  <a:schemeClr val="dk1"/>
                </a:solidFill>
              </a:rPr>
              <a:t>Solución escogida</a:t>
            </a:r>
            <a:endParaRPr>
              <a:solidFill>
                <a:schemeClr val="dk1"/>
              </a:solidFill>
            </a:endParaRPr>
          </a:p>
        </p:txBody>
      </p:sp>
      <p:sp>
        <p:nvSpPr>
          <p:cNvPr id="159" name="Google Shape;159;p16"/>
          <p:cNvSpPr txBox="1"/>
          <p:nvPr>
            <p:ph idx="1" type="body"/>
          </p:nvPr>
        </p:nvSpPr>
        <p:spPr>
          <a:xfrm>
            <a:off x="6876975" y="1297150"/>
            <a:ext cx="2314500" cy="914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200"/>
              </a:spcAft>
              <a:buNone/>
            </a:pPr>
            <a:r>
              <a:rPr lang="es" sz="1900">
                <a:solidFill>
                  <a:schemeClr val="dk1"/>
                </a:solidFill>
              </a:rPr>
              <a:t>= Facilidad al manipular matrices </a:t>
            </a:r>
            <a:endParaRPr sz="1900">
              <a:solidFill>
                <a:schemeClr val="dk1"/>
              </a:solidFill>
            </a:endParaRPr>
          </a:p>
        </p:txBody>
      </p:sp>
      <p:pic>
        <p:nvPicPr>
          <p:cNvPr id="160" name="Google Shape;160;p16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5186373" y="1245723"/>
            <a:ext cx="1690602" cy="669644"/>
          </a:xfrm>
          <a:prstGeom prst="rect">
            <a:avLst/>
          </a:prstGeom>
          <a:noFill/>
          <a:ln>
            <a:noFill/>
          </a:ln>
        </p:spPr>
      </p:pic>
      <p:sp>
        <p:nvSpPr>
          <p:cNvPr id="161" name="Google Shape;161;p16"/>
          <p:cNvSpPr txBox="1"/>
          <p:nvPr/>
        </p:nvSpPr>
        <p:spPr>
          <a:xfrm>
            <a:off x="5838575" y="463375"/>
            <a:ext cx="2965500" cy="400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lt1"/>
              </a:solidFill>
              <a:latin typeface="Lato"/>
              <a:ea typeface="Lato"/>
              <a:cs typeface="Lato"/>
              <a:sym typeface="Lato"/>
            </a:endParaRPr>
          </a:p>
        </p:txBody>
      </p:sp>
      <p:sp>
        <p:nvSpPr>
          <p:cNvPr id="162" name="Google Shape;162;p16"/>
          <p:cNvSpPr txBox="1"/>
          <p:nvPr>
            <p:ph idx="1" type="body"/>
          </p:nvPr>
        </p:nvSpPr>
        <p:spPr>
          <a:xfrm>
            <a:off x="2626850" y="1245713"/>
            <a:ext cx="2610600" cy="914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200"/>
              </a:spcAft>
              <a:buNone/>
            </a:pPr>
            <a:r>
              <a:rPr lang="es" sz="1900">
                <a:solidFill>
                  <a:schemeClr val="dk1"/>
                </a:solidFill>
              </a:rPr>
              <a:t>= Facilidad al m</a:t>
            </a:r>
            <a:r>
              <a:rPr lang="es" sz="1900">
                <a:solidFill>
                  <a:schemeClr val="dk1"/>
                </a:solidFill>
              </a:rPr>
              <a:t>anipular matrices</a:t>
            </a:r>
            <a:endParaRPr sz="1900">
              <a:solidFill>
                <a:schemeClr val="dk1"/>
              </a:solidFill>
            </a:endParaRPr>
          </a:p>
        </p:txBody>
      </p:sp>
      <p:pic>
        <p:nvPicPr>
          <p:cNvPr id="163" name="Google Shape;163;p16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936250" y="2285000"/>
            <a:ext cx="1690600" cy="622971"/>
          </a:xfrm>
          <a:prstGeom prst="rect">
            <a:avLst/>
          </a:prstGeom>
          <a:noFill/>
          <a:ln>
            <a:noFill/>
          </a:ln>
        </p:spPr>
      </p:pic>
      <p:sp>
        <p:nvSpPr>
          <p:cNvPr id="164" name="Google Shape;164;p16"/>
          <p:cNvSpPr txBox="1"/>
          <p:nvPr>
            <p:ph idx="1" type="body"/>
          </p:nvPr>
        </p:nvSpPr>
        <p:spPr>
          <a:xfrm>
            <a:off x="2626850" y="2285025"/>
            <a:ext cx="2454600" cy="914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200"/>
              </a:spcAft>
              <a:buNone/>
            </a:pPr>
            <a:r>
              <a:rPr lang="es" sz="1900">
                <a:solidFill>
                  <a:schemeClr val="dk1"/>
                </a:solidFill>
              </a:rPr>
              <a:t>= Creación de interfaz </a:t>
            </a:r>
            <a:r>
              <a:rPr lang="es" sz="1900">
                <a:solidFill>
                  <a:schemeClr val="dk1"/>
                </a:solidFill>
              </a:rPr>
              <a:t>gráfica</a:t>
            </a:r>
            <a:endParaRPr sz="1900">
              <a:solidFill>
                <a:schemeClr val="dk1"/>
              </a:solidFill>
            </a:endParaRPr>
          </a:p>
        </p:txBody>
      </p:sp>
      <p:pic>
        <p:nvPicPr>
          <p:cNvPr id="165" name="Google Shape;165;p16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936250" y="3202223"/>
            <a:ext cx="1690610" cy="622975"/>
          </a:xfrm>
          <a:prstGeom prst="rect">
            <a:avLst/>
          </a:prstGeom>
          <a:noFill/>
          <a:ln>
            <a:noFill/>
          </a:ln>
        </p:spPr>
      </p:pic>
      <p:sp>
        <p:nvSpPr>
          <p:cNvPr id="166" name="Google Shape;166;p16"/>
          <p:cNvSpPr txBox="1"/>
          <p:nvPr>
            <p:ph idx="1" type="body"/>
          </p:nvPr>
        </p:nvSpPr>
        <p:spPr>
          <a:xfrm>
            <a:off x="2626850" y="3199125"/>
            <a:ext cx="2872200" cy="914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200"/>
              </a:spcAft>
              <a:buNone/>
            </a:pPr>
            <a:r>
              <a:rPr lang="es" sz="1900">
                <a:solidFill>
                  <a:schemeClr val="dk1"/>
                </a:solidFill>
              </a:rPr>
              <a:t>= A</a:t>
            </a:r>
            <a:r>
              <a:rPr lang="es" sz="1900">
                <a:solidFill>
                  <a:schemeClr val="dk1"/>
                </a:solidFill>
              </a:rPr>
              <a:t>brir, manipular y guardar imágenes</a:t>
            </a:r>
            <a:endParaRPr sz="1900">
              <a:solidFill>
                <a:schemeClr val="dk1"/>
              </a:solidFill>
            </a:endParaRPr>
          </a:p>
        </p:txBody>
      </p:sp>
      <p:pic>
        <p:nvPicPr>
          <p:cNvPr id="167" name="Google Shape;167;p16"/>
          <p:cNvPicPr preferRelativeResize="0"/>
          <p:nvPr/>
        </p:nvPicPr>
        <p:blipFill>
          <a:blip r:embed="rId6">
            <a:alphaModFix/>
          </a:blip>
          <a:stretch>
            <a:fillRect/>
          </a:stretch>
        </p:blipFill>
        <p:spPr>
          <a:xfrm>
            <a:off x="936250" y="1297150"/>
            <a:ext cx="1690600" cy="680800"/>
          </a:xfrm>
          <a:prstGeom prst="rect">
            <a:avLst/>
          </a:prstGeom>
          <a:noFill/>
          <a:ln>
            <a:noFill/>
          </a:ln>
        </p:spPr>
      </p:pic>
      <p:pic>
        <p:nvPicPr>
          <p:cNvPr id="168" name="Google Shape;168;p16"/>
          <p:cNvPicPr preferRelativeResize="0"/>
          <p:nvPr/>
        </p:nvPicPr>
        <p:blipFill>
          <a:blip r:embed="rId7">
            <a:alphaModFix/>
          </a:blip>
          <a:stretch>
            <a:fillRect/>
          </a:stretch>
        </p:blipFill>
        <p:spPr>
          <a:xfrm>
            <a:off x="5499050" y="2470726"/>
            <a:ext cx="843000" cy="1038301"/>
          </a:xfrm>
          <a:prstGeom prst="rect">
            <a:avLst/>
          </a:prstGeom>
          <a:noFill/>
          <a:ln>
            <a:noFill/>
          </a:ln>
        </p:spPr>
      </p:pic>
      <p:sp>
        <p:nvSpPr>
          <p:cNvPr id="169" name="Google Shape;169;p16"/>
          <p:cNvSpPr txBox="1"/>
          <p:nvPr>
            <p:ph idx="1" type="body"/>
          </p:nvPr>
        </p:nvSpPr>
        <p:spPr>
          <a:xfrm>
            <a:off x="6560950" y="2571750"/>
            <a:ext cx="2314500" cy="914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200"/>
              </a:spcAft>
              <a:buNone/>
            </a:pPr>
            <a:r>
              <a:rPr lang="es" sz="1900">
                <a:solidFill>
                  <a:schemeClr val="dk1"/>
                </a:solidFill>
              </a:rPr>
              <a:t>= Reconocimiento de rostro </a:t>
            </a:r>
            <a:endParaRPr sz="1900">
              <a:solidFill>
                <a:schemeClr val="dk1"/>
              </a:solidFill>
            </a:endParaRP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gradFill>
          <a:gsLst>
            <a:gs pos="0">
              <a:srgbClr val="FFF6DB"/>
            </a:gs>
            <a:gs pos="100000">
              <a:srgbClr val="FAD25C"/>
            </a:gs>
          </a:gsLst>
          <a:lin ang="5400012" scaled="0"/>
        </a:gradFill>
      </p:bgPr>
    </p:bg>
    <p:spTree>
      <p:nvGrpSpPr>
        <p:cNvPr id="173" name="Shape 17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4" name="Google Shape;174;p17"/>
          <p:cNvSpPr txBox="1"/>
          <p:nvPr>
            <p:ph type="title"/>
          </p:nvPr>
        </p:nvSpPr>
        <p:spPr>
          <a:xfrm>
            <a:off x="1214150" y="383050"/>
            <a:ext cx="7038900" cy="914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s">
                <a:solidFill>
                  <a:schemeClr val="dk1"/>
                </a:solidFill>
              </a:rPr>
              <a:t>Solución escogida</a:t>
            </a:r>
            <a:endParaRPr>
              <a:solidFill>
                <a:schemeClr val="dk1"/>
              </a:solidFill>
            </a:endParaRPr>
          </a:p>
        </p:txBody>
      </p:sp>
      <p:sp>
        <p:nvSpPr>
          <p:cNvPr id="175" name="Google Shape;175;p17"/>
          <p:cNvSpPr txBox="1"/>
          <p:nvPr/>
        </p:nvSpPr>
        <p:spPr>
          <a:xfrm>
            <a:off x="5838575" y="463375"/>
            <a:ext cx="2965500" cy="400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lt1"/>
              </a:solidFill>
              <a:latin typeface="Lato"/>
              <a:ea typeface="Lato"/>
              <a:cs typeface="Lato"/>
              <a:sym typeface="Lato"/>
            </a:endParaRPr>
          </a:p>
        </p:txBody>
      </p:sp>
      <p:sp>
        <p:nvSpPr>
          <p:cNvPr id="176" name="Google Shape;176;p17"/>
          <p:cNvSpPr txBox="1"/>
          <p:nvPr>
            <p:ph type="title"/>
          </p:nvPr>
        </p:nvSpPr>
        <p:spPr>
          <a:xfrm>
            <a:off x="1214150" y="1153025"/>
            <a:ext cx="7038900" cy="914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s" sz="19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Se buscaba crear los siguientes filtros:</a:t>
            </a:r>
            <a:endParaRPr sz="19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90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90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90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77" name="Google Shape;177;p17"/>
          <p:cNvSpPr txBox="1"/>
          <p:nvPr>
            <p:ph idx="1" type="body"/>
          </p:nvPr>
        </p:nvSpPr>
        <p:spPr>
          <a:xfrm>
            <a:off x="1315875" y="1732875"/>
            <a:ext cx="7038900" cy="2911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47500" lnSpcReduction="20000"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s" sz="3079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Filtros de color:</a:t>
            </a:r>
            <a:r>
              <a:rPr lang="es" sz="3079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 (saturación, Sepia, Escala de grises) </a:t>
            </a:r>
            <a:endParaRPr sz="3079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3079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s" sz="3079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Filtros de proximidad:</a:t>
            </a:r>
            <a:r>
              <a:rPr lang="es" sz="3079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 (profundidad de campo, enfoque de objeto lejano)</a:t>
            </a:r>
            <a:endParaRPr sz="3079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3079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s" sz="3079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Filtros de escalado:</a:t>
            </a:r>
            <a:r>
              <a:rPr lang="es" sz="3079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  (Retrato,  bordes de imagen(cuadrados, circulares, rómbicas))</a:t>
            </a:r>
            <a:endParaRPr sz="3079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3079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s" sz="3079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Filtros de dirección:</a:t>
            </a:r>
            <a:r>
              <a:rPr lang="es" sz="3079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 (Reflejado horizontal, “pixelamiento”)</a:t>
            </a:r>
            <a:endParaRPr sz="3079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3079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s" sz="3079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Filtros de composición:</a:t>
            </a:r>
            <a:r>
              <a:rPr lang="es" sz="3079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 (Combinación de </a:t>
            </a:r>
            <a:r>
              <a:rPr lang="es" sz="3079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imágenes, Aplicación de accesorio a elegir por el usuario</a:t>
            </a:r>
            <a:r>
              <a:rPr lang="es" sz="2505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)</a:t>
            </a:r>
            <a:endParaRPr sz="2505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2505">
              <a:latin typeface="Arial"/>
              <a:ea typeface="Arial"/>
              <a:cs typeface="Arial"/>
              <a:sym typeface="Arial"/>
            </a:endParaRPr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900">
              <a:latin typeface="Arial"/>
              <a:ea typeface="Arial"/>
              <a:cs typeface="Arial"/>
              <a:sym typeface="Arial"/>
            </a:endParaRPr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2029">
              <a:latin typeface="Arial"/>
              <a:ea typeface="Arial"/>
              <a:cs typeface="Arial"/>
              <a:sym typeface="Arial"/>
            </a:endParaRPr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900">
              <a:latin typeface="Arial"/>
              <a:ea typeface="Arial"/>
              <a:cs typeface="Arial"/>
              <a:sym typeface="Arial"/>
            </a:endParaRPr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900">
              <a:latin typeface="Arial"/>
              <a:ea typeface="Arial"/>
              <a:cs typeface="Arial"/>
              <a:sym typeface="Arial"/>
            </a:endParaRPr>
          </a:p>
          <a:p>
            <a:pPr indent="0" lvl="0" marL="0" rtl="0" algn="l">
              <a:spcBef>
                <a:spcPts val="0"/>
              </a:spcBef>
              <a:spcAft>
                <a:spcPts val="1200"/>
              </a:spcAft>
              <a:buNone/>
            </a:pPr>
            <a:r>
              <a:t/>
            </a:r>
            <a:endParaRPr/>
          </a:p>
        </p:txBody>
      </p:sp>
      <p:sp>
        <p:nvSpPr>
          <p:cNvPr id="178" name="Google Shape;178;p17"/>
          <p:cNvSpPr txBox="1"/>
          <p:nvPr/>
        </p:nvSpPr>
        <p:spPr>
          <a:xfrm>
            <a:off x="1313425" y="3986225"/>
            <a:ext cx="7127400" cy="400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s">
                <a:latin typeface="Lato"/>
                <a:ea typeface="Lato"/>
                <a:cs typeface="Lato"/>
                <a:sym typeface="Lato"/>
              </a:rPr>
              <a:t>Se terminaron creando 7/11 filtros</a:t>
            </a:r>
            <a:endParaRPr>
              <a:latin typeface="Lato"/>
              <a:ea typeface="Lato"/>
              <a:cs typeface="Lato"/>
              <a:sym typeface="Lato"/>
            </a:endParaRP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gradFill>
          <a:gsLst>
            <a:gs pos="0">
              <a:srgbClr val="FFF6DB"/>
            </a:gs>
            <a:gs pos="100000">
              <a:srgbClr val="FAD25C"/>
            </a:gs>
          </a:gsLst>
          <a:lin ang="5400012" scaled="0"/>
        </a:gradFill>
      </p:bgPr>
    </p:bg>
    <p:spTree>
      <p:nvGrpSpPr>
        <p:cNvPr id="182" name="Shape 18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3" name="Google Shape;183;p18"/>
          <p:cNvSpPr txBox="1"/>
          <p:nvPr>
            <p:ph type="title"/>
          </p:nvPr>
        </p:nvSpPr>
        <p:spPr>
          <a:xfrm>
            <a:off x="1297500" y="393750"/>
            <a:ext cx="7038900" cy="914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s">
                <a:solidFill>
                  <a:schemeClr val="dk1"/>
                </a:solidFill>
              </a:rPr>
              <a:t>Plan de desarrollo</a:t>
            </a:r>
            <a:endParaRPr>
              <a:solidFill>
                <a:schemeClr val="dk1"/>
              </a:solidFill>
            </a:endParaRPr>
          </a:p>
        </p:txBody>
      </p:sp>
      <p:sp>
        <p:nvSpPr>
          <p:cNvPr id="184" name="Google Shape;184;p18"/>
          <p:cNvSpPr txBox="1"/>
          <p:nvPr>
            <p:ph idx="1" type="body"/>
          </p:nvPr>
        </p:nvSpPr>
        <p:spPr>
          <a:xfrm>
            <a:off x="1297500" y="890950"/>
            <a:ext cx="7538400" cy="41973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47500" lnSpcReduction="2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s" sz="3037">
                <a:solidFill>
                  <a:schemeClr val="dk1"/>
                </a:solidFill>
              </a:rPr>
              <a:t>-Plan de release: </a:t>
            </a:r>
            <a:endParaRPr b="1" sz="3037"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lang="es" sz="2525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Se busca que las funcionalidades puedan satisfacer la necesidad de hacer ver bien a los animales que se hayan fotografiado, por lo anterior se ha determinado que las funciones para la aplicación serán:</a:t>
            </a:r>
            <a:endParaRPr b="1" sz="3025"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b="1" lang="es" sz="3044">
                <a:solidFill>
                  <a:schemeClr val="dk1"/>
                </a:solidFill>
              </a:rPr>
              <a:t>-Funciones:</a:t>
            </a:r>
            <a:endParaRPr b="1" sz="3044">
              <a:solidFill>
                <a:schemeClr val="dk1"/>
              </a:solidFill>
            </a:endParaRPr>
          </a:p>
          <a:p>
            <a:pPr indent="0" lvl="0" marL="0" rtl="0" algn="just">
              <a:lnSpc>
                <a:spcPct val="150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rPr lang="es" sz="2744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1. Seleccionar una imagen de mi galería libremente. </a:t>
            </a:r>
            <a:endParaRPr sz="2744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rtl="0" algn="just">
              <a:lnSpc>
                <a:spcPct val="150000"/>
              </a:lnSpc>
              <a:spcBef>
                <a:spcPts val="800"/>
              </a:spcBef>
              <a:spcAft>
                <a:spcPts val="0"/>
              </a:spcAft>
              <a:buNone/>
            </a:pPr>
            <a:r>
              <a:rPr lang="es" sz="2744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2. Elegir entre un mínimo de 11 filtros diferentes.</a:t>
            </a:r>
            <a:endParaRPr sz="2744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rtl="0" algn="just">
              <a:lnSpc>
                <a:spcPct val="150000"/>
              </a:lnSpc>
              <a:spcBef>
                <a:spcPts val="800"/>
              </a:spcBef>
              <a:spcAft>
                <a:spcPts val="0"/>
              </a:spcAft>
              <a:buNone/>
            </a:pPr>
            <a:r>
              <a:rPr lang="es" sz="2744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3. Modificar la imagen seleccionando el filtro que se quiera aplicar y mostrar la imagen con el filtro aplicado. </a:t>
            </a:r>
            <a:endParaRPr sz="2744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rtl="0" algn="just">
              <a:lnSpc>
                <a:spcPct val="150000"/>
              </a:lnSpc>
              <a:spcBef>
                <a:spcPts val="800"/>
              </a:spcBef>
              <a:spcAft>
                <a:spcPts val="0"/>
              </a:spcAft>
              <a:buNone/>
            </a:pPr>
            <a:r>
              <a:rPr lang="es" sz="2744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4. Cambiar entre un filtro u otro o mostrar la imagen original.</a:t>
            </a:r>
            <a:endParaRPr sz="2744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rtl="0" algn="just">
              <a:lnSpc>
                <a:spcPct val="150000"/>
              </a:lnSpc>
              <a:spcBef>
                <a:spcPts val="800"/>
              </a:spcBef>
              <a:spcAft>
                <a:spcPts val="0"/>
              </a:spcAft>
              <a:buNone/>
            </a:pPr>
            <a:r>
              <a:rPr lang="es" sz="2744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5. Guardar la imagen ya editada con el filtro en el directorio que se elija</a:t>
            </a:r>
            <a:endParaRPr sz="2744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rtl="0" algn="just">
              <a:lnSpc>
                <a:spcPct val="150000"/>
              </a:lnSpc>
              <a:spcBef>
                <a:spcPts val="800"/>
              </a:spcBef>
              <a:spcAft>
                <a:spcPts val="0"/>
              </a:spcAft>
              <a:buNone/>
            </a:pPr>
            <a:r>
              <a:rPr lang="es" sz="2744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6. Cargar una nueva imagen una vez editada la anterior.</a:t>
            </a:r>
            <a:endParaRPr b="1" sz="3244"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800"/>
              </a:spcBef>
              <a:spcAft>
                <a:spcPts val="1200"/>
              </a:spcAft>
              <a:buNone/>
            </a:pPr>
            <a:r>
              <a:t/>
            </a:r>
            <a:endParaRPr b="1" sz="1500">
              <a:solidFill>
                <a:schemeClr val="dk1"/>
              </a:solidFill>
            </a:endParaRP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gradFill>
          <a:gsLst>
            <a:gs pos="0">
              <a:srgbClr val="FFF6DB"/>
            </a:gs>
            <a:gs pos="100000">
              <a:srgbClr val="FAD25C"/>
            </a:gs>
          </a:gsLst>
          <a:lin ang="5400012" scaled="0"/>
        </a:gradFill>
      </p:bgPr>
    </p:bg>
    <p:spTree>
      <p:nvGrpSpPr>
        <p:cNvPr id="188" name="Shape 18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9" name="Google Shape;189;p19"/>
          <p:cNvSpPr txBox="1"/>
          <p:nvPr>
            <p:ph type="title"/>
          </p:nvPr>
        </p:nvSpPr>
        <p:spPr>
          <a:xfrm>
            <a:off x="1242400" y="154950"/>
            <a:ext cx="7038900" cy="914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s">
                <a:solidFill>
                  <a:schemeClr val="dk1"/>
                </a:solidFill>
              </a:rPr>
              <a:t>Plan de desarrollo</a:t>
            </a:r>
            <a:endParaRPr>
              <a:solidFill>
                <a:schemeClr val="dk1"/>
              </a:solidFill>
            </a:endParaRPr>
          </a:p>
        </p:txBody>
      </p:sp>
      <p:sp>
        <p:nvSpPr>
          <p:cNvPr id="190" name="Google Shape;190;p19"/>
          <p:cNvSpPr txBox="1"/>
          <p:nvPr>
            <p:ph idx="1" type="body"/>
          </p:nvPr>
        </p:nvSpPr>
        <p:spPr>
          <a:xfrm>
            <a:off x="1052550" y="783250"/>
            <a:ext cx="7038900" cy="4383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25000" lnSpcReduction="2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s" sz="7200">
                <a:solidFill>
                  <a:schemeClr val="dk1"/>
                </a:solidFill>
              </a:rPr>
              <a:t>-</a:t>
            </a:r>
            <a:r>
              <a:rPr b="1" lang="es" sz="7200">
                <a:solidFill>
                  <a:schemeClr val="dk1"/>
                </a:solidFill>
              </a:rPr>
              <a:t>Implementación de las funciones:</a:t>
            </a:r>
            <a:endParaRPr b="1" sz="7200"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t/>
            </a:r>
            <a:endParaRPr b="1" sz="1500"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t/>
            </a:r>
            <a:endParaRPr b="1" sz="1500"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1200"/>
              </a:spcBef>
              <a:spcAft>
                <a:spcPts val="1200"/>
              </a:spcAft>
              <a:buNone/>
            </a:pPr>
            <a:r>
              <a:t/>
            </a:r>
            <a:endParaRPr b="1" sz="1500">
              <a:solidFill>
                <a:schemeClr val="dk1"/>
              </a:solidFill>
            </a:endParaRPr>
          </a:p>
        </p:txBody>
      </p:sp>
      <p:graphicFrame>
        <p:nvGraphicFramePr>
          <p:cNvPr id="191" name="Google Shape;191;p19"/>
          <p:cNvGraphicFramePr/>
          <p:nvPr/>
        </p:nvGraphicFramePr>
        <p:xfrm>
          <a:off x="1052550" y="1151045"/>
          <a:ext cx="3000000" cy="3000000"/>
        </p:xfrm>
        <a:graphic>
          <a:graphicData uri="http://schemas.openxmlformats.org/drawingml/2006/table">
            <a:tbl>
              <a:tblPr>
                <a:noFill/>
                <a:tableStyleId>{3E3702BF-C780-447A-94F2-BE2B03FB975D}</a:tableStyleId>
              </a:tblPr>
              <a:tblGrid>
                <a:gridCol w="1828100"/>
                <a:gridCol w="1809750"/>
                <a:gridCol w="1809750"/>
                <a:gridCol w="1809750"/>
              </a:tblGrid>
              <a:tr h="344075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s" sz="1200"/>
                        <a:t>Función</a:t>
                      </a:r>
                      <a:endParaRPr b="1" sz="1200"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s" sz="1200"/>
                        <a:t>Formativa 2</a:t>
                      </a:r>
                      <a:endParaRPr sz="1200"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s" sz="1200"/>
                        <a:t>Sumativa 2</a:t>
                      </a:r>
                      <a:endParaRPr sz="1200"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s" sz="1200"/>
                        <a:t>Sumativa 3</a:t>
                      </a:r>
                      <a:endParaRPr sz="1200"/>
                    </a:p>
                  </a:txBody>
                  <a:tcPr marT="91425" marB="91425" marR="91425" marL="91425"/>
                </a:tc>
              </a:tr>
              <a:tr h="338625"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800"/>
                        </a:spcAft>
                        <a:buNone/>
                      </a:pPr>
                      <a:r>
                        <a:rPr b="1" lang="es" sz="1000">
                          <a:solidFill>
                            <a:schemeClr val="dk1"/>
                          </a:solidFill>
                        </a:rPr>
                        <a:t>Seleccionar imagen</a:t>
                      </a:r>
                      <a:endParaRPr b="1" sz="1200">
                        <a:solidFill>
                          <a:schemeClr val="dk1"/>
                        </a:solidFill>
                      </a:endParaRPr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800"/>
                        </a:spcAft>
                        <a:buNone/>
                      </a:pPr>
                      <a:r>
                        <a:rPr b="1" lang="es" sz="1000">
                          <a:solidFill>
                            <a:schemeClr val="dk1"/>
                          </a:solidFill>
                        </a:rPr>
                        <a:t>No implementada</a:t>
                      </a:r>
                      <a:endParaRPr b="1" sz="1200">
                        <a:solidFill>
                          <a:schemeClr val="dk1"/>
                        </a:solidFill>
                      </a:endParaRPr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800"/>
                        </a:spcAft>
                        <a:buNone/>
                      </a:pPr>
                      <a:r>
                        <a:rPr b="1" lang="es" sz="1000">
                          <a:solidFill>
                            <a:schemeClr val="dk1"/>
                          </a:solidFill>
                        </a:rPr>
                        <a:t>Implementada</a:t>
                      </a:r>
                      <a:endParaRPr b="1" sz="1000">
                        <a:solidFill>
                          <a:schemeClr val="dk1"/>
                        </a:solidFill>
                      </a:endParaRPr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800"/>
                        </a:spcAft>
                        <a:buNone/>
                      </a:pPr>
                      <a:r>
                        <a:t/>
                      </a:r>
                      <a:endParaRPr b="1" sz="1200">
                        <a:solidFill>
                          <a:schemeClr val="dk1"/>
                        </a:solidFill>
                      </a:endParaRPr>
                    </a:p>
                  </a:txBody>
                  <a:tcPr marT="91425" marB="91425" marR="91425" marL="91425"/>
                </a:tc>
              </a:tr>
              <a:tr h="489650"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800"/>
                        </a:spcAft>
                        <a:buNone/>
                      </a:pPr>
                      <a:r>
                        <a:rPr b="1" lang="es" sz="1000">
                          <a:solidFill>
                            <a:schemeClr val="dk1"/>
                          </a:solidFill>
                        </a:rPr>
                        <a:t>Elegir entre 11 filtros</a:t>
                      </a:r>
                      <a:endParaRPr b="1" sz="1200">
                        <a:solidFill>
                          <a:schemeClr val="dk1"/>
                        </a:solidFill>
                      </a:endParaRPr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800"/>
                        </a:spcAft>
                        <a:buNone/>
                      </a:pPr>
                      <a:r>
                        <a:rPr b="1" lang="es" sz="1000">
                          <a:solidFill>
                            <a:schemeClr val="dk1"/>
                          </a:solidFill>
                        </a:rPr>
                        <a:t>Parcialmente implementada</a:t>
                      </a:r>
                      <a:endParaRPr b="1" sz="1200">
                        <a:solidFill>
                          <a:schemeClr val="dk1"/>
                        </a:solidFill>
                      </a:endParaRPr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800"/>
                        </a:spcAft>
                        <a:buNone/>
                      </a:pPr>
                      <a:r>
                        <a:rPr b="1" lang="es" sz="1000">
                          <a:solidFill>
                            <a:schemeClr val="dk1"/>
                          </a:solidFill>
                        </a:rPr>
                        <a:t>Parcialmente implementada</a:t>
                      </a:r>
                      <a:endParaRPr b="1" sz="1200">
                        <a:solidFill>
                          <a:schemeClr val="dk1"/>
                        </a:solidFill>
                      </a:endParaRPr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800"/>
                        </a:spcAft>
                        <a:buNone/>
                      </a:pPr>
                      <a:r>
                        <a:rPr b="1" lang="es" sz="1000">
                          <a:solidFill>
                            <a:schemeClr val="dk1"/>
                          </a:solidFill>
                        </a:rPr>
                        <a:t>Parcialmente implementada</a:t>
                      </a:r>
                      <a:endParaRPr b="1" sz="1000">
                        <a:solidFill>
                          <a:schemeClr val="dk1"/>
                        </a:solidFill>
                      </a:endParaRPr>
                    </a:p>
                  </a:txBody>
                  <a:tcPr marT="91425" marB="91425" marR="91425" marL="91425"/>
                </a:tc>
              </a:tr>
              <a:tr h="489650"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800"/>
                        </a:spcAft>
                        <a:buNone/>
                      </a:pPr>
                      <a:r>
                        <a:rPr b="1" lang="es" sz="1000">
                          <a:solidFill>
                            <a:schemeClr val="dk1"/>
                          </a:solidFill>
                        </a:rPr>
                        <a:t>Modificar la imagen</a:t>
                      </a:r>
                      <a:endParaRPr b="1" sz="1200">
                        <a:solidFill>
                          <a:schemeClr val="dk1"/>
                        </a:solidFill>
                      </a:endParaRPr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800"/>
                        </a:spcAft>
                        <a:buNone/>
                      </a:pPr>
                      <a:r>
                        <a:rPr b="1" lang="es" sz="1000">
                          <a:solidFill>
                            <a:schemeClr val="dk1"/>
                          </a:solidFill>
                        </a:rPr>
                        <a:t>Parcialmente implementada</a:t>
                      </a:r>
                      <a:endParaRPr b="1" sz="1200">
                        <a:solidFill>
                          <a:schemeClr val="dk1"/>
                        </a:solidFill>
                      </a:endParaRPr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800"/>
                        </a:spcAft>
                        <a:buNone/>
                      </a:pPr>
                      <a:r>
                        <a:rPr b="1" lang="es" sz="1000">
                          <a:solidFill>
                            <a:schemeClr val="dk1"/>
                          </a:solidFill>
                        </a:rPr>
                        <a:t>Parcialmente implementada</a:t>
                      </a:r>
                      <a:endParaRPr b="1" sz="1200">
                        <a:solidFill>
                          <a:schemeClr val="dk1"/>
                        </a:solidFill>
                      </a:endParaRPr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800"/>
                        </a:spcAft>
                        <a:buNone/>
                      </a:pPr>
                      <a:r>
                        <a:rPr b="1" lang="es" sz="1000">
                          <a:solidFill>
                            <a:schemeClr val="dk1"/>
                          </a:solidFill>
                        </a:rPr>
                        <a:t>Parcialmente implementada</a:t>
                      </a:r>
                      <a:endParaRPr b="1" sz="1000">
                        <a:solidFill>
                          <a:schemeClr val="dk1"/>
                        </a:solidFill>
                      </a:endParaRPr>
                    </a:p>
                  </a:txBody>
                  <a:tcPr marT="91425" marB="91425" marR="91425" marL="91425"/>
                </a:tc>
              </a:tr>
              <a:tr h="781525"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800"/>
                        </a:spcAft>
                        <a:buNone/>
                      </a:pPr>
                      <a:r>
                        <a:rPr b="1" lang="es" sz="1000">
                          <a:solidFill>
                            <a:schemeClr val="dk1"/>
                          </a:solidFill>
                        </a:rPr>
                        <a:t>Cambiar entre un filtro u otro/mostrar la imagen original</a:t>
                      </a:r>
                      <a:endParaRPr b="1" sz="1200">
                        <a:solidFill>
                          <a:schemeClr val="dk1"/>
                        </a:solidFill>
                      </a:endParaRPr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800"/>
                        </a:spcAft>
                        <a:buNone/>
                      </a:pPr>
                      <a:r>
                        <a:rPr b="1" lang="es" sz="1000">
                          <a:solidFill>
                            <a:schemeClr val="dk1"/>
                          </a:solidFill>
                        </a:rPr>
                        <a:t>Parcialmente implementada</a:t>
                      </a:r>
                      <a:endParaRPr b="1" sz="1200">
                        <a:solidFill>
                          <a:schemeClr val="dk1"/>
                        </a:solidFill>
                      </a:endParaRPr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800"/>
                        </a:spcAft>
                        <a:buNone/>
                      </a:pPr>
                      <a:r>
                        <a:rPr b="1" lang="es" sz="1000">
                          <a:solidFill>
                            <a:schemeClr val="dk1"/>
                          </a:solidFill>
                        </a:rPr>
                        <a:t>Implementada</a:t>
                      </a:r>
                      <a:endParaRPr b="1" sz="1200">
                        <a:solidFill>
                          <a:schemeClr val="dk1"/>
                        </a:solidFill>
                      </a:endParaRPr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800"/>
                        </a:spcAft>
                        <a:buNone/>
                      </a:pPr>
                      <a:r>
                        <a:t/>
                      </a:r>
                      <a:endParaRPr b="1" sz="1200">
                        <a:solidFill>
                          <a:schemeClr val="dk1"/>
                        </a:solidFill>
                      </a:endParaRPr>
                    </a:p>
                  </a:txBody>
                  <a:tcPr marT="91425" marB="91425" marR="91425" marL="91425"/>
                </a:tc>
              </a:tr>
              <a:tr h="547050"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800"/>
                        </a:spcAft>
                        <a:buNone/>
                      </a:pPr>
                      <a:r>
                        <a:rPr b="1" lang="es" sz="1000">
                          <a:solidFill>
                            <a:schemeClr val="dk1"/>
                          </a:solidFill>
                        </a:rPr>
                        <a:t>Guardar la imagen</a:t>
                      </a:r>
                      <a:endParaRPr b="1" sz="1200">
                        <a:solidFill>
                          <a:schemeClr val="dk1"/>
                        </a:solidFill>
                      </a:endParaRPr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800"/>
                        </a:spcAft>
                        <a:buNone/>
                      </a:pPr>
                      <a:r>
                        <a:rPr b="1" lang="es" sz="1000">
                          <a:solidFill>
                            <a:schemeClr val="dk1"/>
                          </a:solidFill>
                        </a:rPr>
                        <a:t>No implementada</a:t>
                      </a:r>
                      <a:endParaRPr b="1" sz="1200">
                        <a:solidFill>
                          <a:schemeClr val="dk1"/>
                        </a:solidFill>
                      </a:endParaRPr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800"/>
                        </a:spcAft>
                        <a:buNone/>
                      </a:pPr>
                      <a:r>
                        <a:rPr b="1" lang="es" sz="1000">
                          <a:solidFill>
                            <a:schemeClr val="dk1"/>
                          </a:solidFill>
                        </a:rPr>
                        <a:t>Implementada</a:t>
                      </a:r>
                      <a:endParaRPr b="1" sz="1200">
                        <a:solidFill>
                          <a:schemeClr val="dk1"/>
                        </a:solidFill>
                      </a:endParaRPr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b="1" sz="1200">
                        <a:solidFill>
                          <a:schemeClr val="dk1"/>
                        </a:solidFill>
                      </a:endParaRPr>
                    </a:p>
                  </a:txBody>
                  <a:tcPr marT="91425" marB="91425" marR="91425" marL="91425"/>
                </a:tc>
              </a:tr>
              <a:tr h="292600"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800"/>
                        </a:spcAft>
                        <a:buNone/>
                      </a:pPr>
                      <a:r>
                        <a:rPr b="1" lang="es" sz="1000">
                          <a:solidFill>
                            <a:schemeClr val="dk1"/>
                          </a:solidFill>
                        </a:rPr>
                        <a:t>Cargar nueva imagen</a:t>
                      </a:r>
                      <a:endParaRPr b="1" sz="1200">
                        <a:solidFill>
                          <a:schemeClr val="dk1"/>
                        </a:solidFill>
                      </a:endParaRPr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800"/>
                        </a:spcAft>
                        <a:buNone/>
                      </a:pPr>
                      <a:r>
                        <a:rPr b="1" lang="es" sz="1000">
                          <a:solidFill>
                            <a:schemeClr val="dk1"/>
                          </a:solidFill>
                        </a:rPr>
                        <a:t>No implementada</a:t>
                      </a:r>
                      <a:endParaRPr b="1" sz="1200">
                        <a:solidFill>
                          <a:schemeClr val="dk1"/>
                        </a:solidFill>
                      </a:endParaRPr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800"/>
                        </a:spcAft>
                        <a:buNone/>
                      </a:pPr>
                      <a:r>
                        <a:rPr b="1" lang="es" sz="1000">
                          <a:solidFill>
                            <a:schemeClr val="dk1"/>
                          </a:solidFill>
                        </a:rPr>
                        <a:t>Implementada</a:t>
                      </a:r>
                      <a:endParaRPr b="1" sz="1200">
                        <a:solidFill>
                          <a:schemeClr val="dk1"/>
                        </a:solidFill>
                      </a:endParaRPr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800"/>
                        </a:spcAft>
                        <a:buNone/>
                      </a:pPr>
                      <a:r>
                        <a:t/>
                      </a:r>
                      <a:endParaRPr b="1" sz="1200">
                        <a:solidFill>
                          <a:schemeClr val="dk1"/>
                        </a:solidFill>
                      </a:endParaRPr>
                    </a:p>
                  </a:txBody>
                  <a:tcPr marT="91425" marB="91425" marR="91425" marL="91425"/>
                </a:tc>
              </a:tr>
            </a:tbl>
          </a:graphicData>
        </a:graphic>
      </p:graphicFrame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gradFill>
          <a:gsLst>
            <a:gs pos="0">
              <a:srgbClr val="FFF6DB"/>
            </a:gs>
            <a:gs pos="100000">
              <a:srgbClr val="FAD25C"/>
            </a:gs>
          </a:gsLst>
          <a:lin ang="5400012" scaled="0"/>
        </a:gradFill>
      </p:bgPr>
    </p:bg>
    <p:spTree>
      <p:nvGrpSpPr>
        <p:cNvPr id="195" name="Shape 19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6" name="Google Shape;196;p20"/>
          <p:cNvSpPr txBox="1"/>
          <p:nvPr>
            <p:ph type="title"/>
          </p:nvPr>
        </p:nvSpPr>
        <p:spPr>
          <a:xfrm>
            <a:off x="1297500" y="393750"/>
            <a:ext cx="7038900" cy="914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s">
                <a:solidFill>
                  <a:schemeClr val="dk1"/>
                </a:solidFill>
              </a:rPr>
              <a:t>Plan de desarrollo</a:t>
            </a:r>
            <a:endParaRPr>
              <a:solidFill>
                <a:schemeClr val="dk1"/>
              </a:solidFill>
            </a:endParaRPr>
          </a:p>
        </p:txBody>
      </p:sp>
      <p:sp>
        <p:nvSpPr>
          <p:cNvPr id="197" name="Google Shape;197;p20"/>
          <p:cNvSpPr txBox="1"/>
          <p:nvPr>
            <p:ph idx="1" type="body"/>
          </p:nvPr>
        </p:nvSpPr>
        <p:spPr>
          <a:xfrm>
            <a:off x="1052550" y="869550"/>
            <a:ext cx="7038900" cy="4383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25000" lnSpcReduction="2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s" sz="7200">
                <a:solidFill>
                  <a:schemeClr val="dk1"/>
                </a:solidFill>
              </a:rPr>
              <a:t>-</a:t>
            </a:r>
            <a:r>
              <a:rPr b="1" lang="es" sz="7200">
                <a:solidFill>
                  <a:schemeClr val="dk1"/>
                </a:solidFill>
              </a:rPr>
              <a:t>Limitaciones y exclusiones:</a:t>
            </a:r>
            <a:endParaRPr b="1" sz="7200"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t/>
            </a:r>
            <a:endParaRPr b="1" sz="7200"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t/>
            </a:r>
            <a:endParaRPr b="1" sz="1500"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t/>
            </a:r>
            <a:endParaRPr b="1" sz="1500"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1200"/>
              </a:spcBef>
              <a:spcAft>
                <a:spcPts val="1200"/>
              </a:spcAft>
              <a:buNone/>
            </a:pPr>
            <a:r>
              <a:t/>
            </a:r>
            <a:endParaRPr b="1" sz="1500">
              <a:solidFill>
                <a:schemeClr val="dk1"/>
              </a:solidFill>
            </a:endParaRPr>
          </a:p>
        </p:txBody>
      </p:sp>
      <p:sp>
        <p:nvSpPr>
          <p:cNvPr id="198" name="Google Shape;198;p20"/>
          <p:cNvSpPr txBox="1"/>
          <p:nvPr/>
        </p:nvSpPr>
        <p:spPr>
          <a:xfrm>
            <a:off x="1092450" y="1267450"/>
            <a:ext cx="7449000" cy="3914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just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s" sz="1300"/>
              <a:t>Limitación 1: El animal deberá estar en cierta posición, tal que el programa reconozca su rostro para que algunos filtros funciones</a:t>
            </a:r>
            <a:endParaRPr b="1" sz="1300"/>
          </a:p>
          <a:p>
            <a:pPr indent="0" lvl="0" marL="0" rtl="0" algn="just">
              <a:lnSpc>
                <a:spcPct val="150000"/>
              </a:lnSpc>
              <a:spcBef>
                <a:spcPts val="800"/>
              </a:spcBef>
              <a:spcAft>
                <a:spcPts val="0"/>
              </a:spcAft>
              <a:buNone/>
            </a:pPr>
            <a:r>
              <a:rPr b="1" lang="es" sz="1300"/>
              <a:t>Limitación 2: El usuario solo podrá elegir un filtro a la vez, es decir, estos no se podrán combinar o poner uno encima del otro.</a:t>
            </a:r>
            <a:endParaRPr b="1" sz="1300"/>
          </a:p>
          <a:p>
            <a:pPr indent="0" lvl="0" marL="0" rtl="0" algn="just">
              <a:lnSpc>
                <a:spcPct val="150000"/>
              </a:lnSpc>
              <a:spcBef>
                <a:spcPts val="800"/>
              </a:spcBef>
              <a:spcAft>
                <a:spcPts val="0"/>
              </a:spcAft>
              <a:buNone/>
            </a:pPr>
            <a:r>
              <a:rPr b="1" lang="es" sz="1300"/>
              <a:t>Limitación 3: La aplicación debe ser ejecutada utilizando una pantalla con resolución mínima de 1280x720.</a:t>
            </a:r>
            <a:endParaRPr b="1" sz="1300"/>
          </a:p>
          <a:p>
            <a:pPr indent="0" lvl="0" marL="0" rtl="0" algn="just">
              <a:lnSpc>
                <a:spcPct val="150000"/>
              </a:lnSpc>
              <a:spcBef>
                <a:spcPts val="800"/>
              </a:spcBef>
              <a:spcAft>
                <a:spcPts val="0"/>
              </a:spcAft>
              <a:buNone/>
            </a:pPr>
            <a:r>
              <a:rPr b="1" lang="es" sz="1300"/>
              <a:t>Limitación 4: La aplicación estará enfocada principalmente en la modificación de imágenes de animales domésticos como perros y gatos.</a:t>
            </a:r>
            <a:endParaRPr b="1" sz="1300"/>
          </a:p>
          <a:p>
            <a:pPr indent="0" lvl="0" marL="0" rtl="0" algn="just">
              <a:lnSpc>
                <a:spcPct val="150000"/>
              </a:lnSpc>
              <a:spcBef>
                <a:spcPts val="800"/>
              </a:spcBef>
              <a:spcAft>
                <a:spcPts val="0"/>
              </a:spcAft>
              <a:buNone/>
            </a:pPr>
            <a:r>
              <a:rPr b="1" lang="es" sz="1300"/>
              <a:t>Exclusión 1: La aplicación aceptará exclusivamente archivos en formato .jpg .bmp y .jpeg como archivo ingresado, cualquier archivo en otro formato será descartado.</a:t>
            </a:r>
            <a:endParaRPr b="1" sz="1300"/>
          </a:p>
          <a:p>
            <a:pPr indent="0" lvl="0" marL="0" rtl="0" algn="l">
              <a:spcBef>
                <a:spcPts val="80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Lato"/>
              <a:ea typeface="Lato"/>
              <a:cs typeface="Lato"/>
              <a:sym typeface="Lato"/>
            </a:endParaRP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gradFill>
          <a:gsLst>
            <a:gs pos="0">
              <a:srgbClr val="FFF6DB"/>
            </a:gs>
            <a:gs pos="100000">
              <a:srgbClr val="FAD25C"/>
            </a:gs>
          </a:gsLst>
          <a:lin ang="5400012" scaled="0"/>
        </a:gradFill>
      </p:bgPr>
    </p:bg>
    <p:spTree>
      <p:nvGrpSpPr>
        <p:cNvPr id="202" name="Shape 20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3" name="Google Shape;203;p21"/>
          <p:cNvSpPr txBox="1"/>
          <p:nvPr>
            <p:ph type="title"/>
          </p:nvPr>
        </p:nvSpPr>
        <p:spPr>
          <a:xfrm>
            <a:off x="1288325" y="145750"/>
            <a:ext cx="7038900" cy="914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s">
                <a:solidFill>
                  <a:schemeClr val="dk1"/>
                </a:solidFill>
              </a:rPr>
              <a:t>Diagrama de Flujos</a:t>
            </a:r>
            <a:endParaRPr>
              <a:solidFill>
                <a:schemeClr val="dk1"/>
              </a:solidFill>
            </a:endParaRPr>
          </a:p>
        </p:txBody>
      </p:sp>
      <p:pic>
        <p:nvPicPr>
          <p:cNvPr id="204" name="Google Shape;204;p21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288325" y="870050"/>
            <a:ext cx="7287624" cy="398702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gradFill>
          <a:gsLst>
            <a:gs pos="0">
              <a:srgbClr val="FFF6DB"/>
            </a:gs>
            <a:gs pos="100000">
              <a:srgbClr val="FAD25C"/>
            </a:gs>
          </a:gsLst>
          <a:lin ang="5400012" scaled="0"/>
        </a:gradFill>
      </p:bgPr>
    </p:bg>
    <p:spTree>
      <p:nvGrpSpPr>
        <p:cNvPr id="208" name="Shape 20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9" name="Google Shape;209;p22"/>
          <p:cNvSpPr txBox="1"/>
          <p:nvPr>
            <p:ph type="title"/>
          </p:nvPr>
        </p:nvSpPr>
        <p:spPr>
          <a:xfrm>
            <a:off x="1297500" y="274350"/>
            <a:ext cx="7038900" cy="914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s">
                <a:solidFill>
                  <a:schemeClr val="dk1"/>
                </a:solidFill>
              </a:rPr>
              <a:t>Menú del programa</a:t>
            </a:r>
            <a:endParaRPr>
              <a:solidFill>
                <a:schemeClr val="dk1"/>
              </a:solidFill>
            </a:endParaRPr>
          </a:p>
        </p:txBody>
      </p:sp>
      <p:sp>
        <p:nvSpPr>
          <p:cNvPr id="210" name="Google Shape;210;p22"/>
          <p:cNvSpPr txBox="1"/>
          <p:nvPr>
            <p:ph idx="1" type="body"/>
          </p:nvPr>
        </p:nvSpPr>
        <p:spPr>
          <a:xfrm>
            <a:off x="1001700" y="886050"/>
            <a:ext cx="7140600" cy="3371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s" sz="1500">
                <a:solidFill>
                  <a:schemeClr val="dk1"/>
                </a:solidFill>
              </a:rPr>
              <a:t>Menú</a:t>
            </a:r>
            <a:endParaRPr b="1" sz="1500"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t/>
            </a:r>
            <a:endParaRPr b="1" sz="1500"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t/>
            </a:r>
            <a:endParaRPr b="1" sz="1500"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1200"/>
              </a:spcBef>
              <a:spcAft>
                <a:spcPts val="1200"/>
              </a:spcAft>
              <a:buNone/>
            </a:pPr>
            <a:r>
              <a:t/>
            </a:r>
            <a:endParaRPr b="1" sz="1500">
              <a:solidFill>
                <a:schemeClr val="dk1"/>
              </a:solidFill>
            </a:endParaRPr>
          </a:p>
        </p:txBody>
      </p:sp>
      <p:pic>
        <p:nvPicPr>
          <p:cNvPr id="211" name="Google Shape;211;p22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692900" y="927700"/>
            <a:ext cx="7234752" cy="3795374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gradFill>
          <a:gsLst>
            <a:gs pos="0">
              <a:srgbClr val="FFF6DB"/>
            </a:gs>
            <a:gs pos="100000">
              <a:srgbClr val="FAD25C"/>
            </a:gs>
          </a:gsLst>
          <a:lin ang="5400012" scaled="0"/>
        </a:gradFill>
      </p:bgPr>
    </p:bg>
    <p:spTree>
      <p:nvGrpSpPr>
        <p:cNvPr id="215" name="Shape 2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6" name="Google Shape;216;p23"/>
          <p:cNvSpPr txBox="1"/>
          <p:nvPr>
            <p:ph type="title"/>
          </p:nvPr>
        </p:nvSpPr>
        <p:spPr>
          <a:xfrm>
            <a:off x="1297500" y="274350"/>
            <a:ext cx="7038900" cy="914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s">
                <a:solidFill>
                  <a:schemeClr val="dk1"/>
                </a:solidFill>
              </a:rPr>
              <a:t>Filtros</a:t>
            </a:r>
            <a:r>
              <a:rPr lang="es">
                <a:solidFill>
                  <a:schemeClr val="dk1"/>
                </a:solidFill>
              </a:rPr>
              <a:t> del programa (7/11)</a:t>
            </a:r>
            <a:endParaRPr>
              <a:solidFill>
                <a:schemeClr val="dk1"/>
              </a:solidFill>
            </a:endParaRPr>
          </a:p>
        </p:txBody>
      </p:sp>
      <p:sp>
        <p:nvSpPr>
          <p:cNvPr id="217" name="Google Shape;217;p23"/>
          <p:cNvSpPr txBox="1"/>
          <p:nvPr/>
        </p:nvSpPr>
        <p:spPr>
          <a:xfrm>
            <a:off x="68100" y="1228100"/>
            <a:ext cx="1285800" cy="400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s">
                <a:latin typeface="Lato"/>
                <a:ea typeface="Lato"/>
                <a:cs typeface="Lato"/>
                <a:sym typeface="Lato"/>
              </a:rPr>
              <a:t>Filtro Sepia:</a:t>
            </a:r>
            <a:endParaRPr>
              <a:latin typeface="Lato"/>
              <a:ea typeface="Lato"/>
              <a:cs typeface="Lato"/>
              <a:sym typeface="Lato"/>
            </a:endParaRPr>
          </a:p>
        </p:txBody>
      </p:sp>
      <p:pic>
        <p:nvPicPr>
          <p:cNvPr id="218" name="Google Shape;218;p23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143063" y="813538"/>
            <a:ext cx="1700526" cy="1279225"/>
          </a:xfrm>
          <a:prstGeom prst="rect">
            <a:avLst/>
          </a:prstGeom>
          <a:noFill/>
          <a:ln>
            <a:noFill/>
          </a:ln>
        </p:spPr>
      </p:pic>
      <p:sp>
        <p:nvSpPr>
          <p:cNvPr id="219" name="Google Shape;219;p23"/>
          <p:cNvSpPr txBox="1"/>
          <p:nvPr/>
        </p:nvSpPr>
        <p:spPr>
          <a:xfrm>
            <a:off x="3051025" y="906775"/>
            <a:ext cx="1353900" cy="615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s">
                <a:latin typeface="Lato"/>
                <a:ea typeface="Lato"/>
                <a:cs typeface="Lato"/>
                <a:sym typeface="Lato"/>
              </a:rPr>
              <a:t>Filtro Escala de grises:</a:t>
            </a:r>
            <a:endParaRPr/>
          </a:p>
        </p:txBody>
      </p:sp>
      <p:pic>
        <p:nvPicPr>
          <p:cNvPr id="220" name="Google Shape;220;p23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4154225" y="728450"/>
            <a:ext cx="1666892" cy="1279225"/>
          </a:xfrm>
          <a:prstGeom prst="rect">
            <a:avLst/>
          </a:prstGeom>
          <a:noFill/>
          <a:ln>
            <a:noFill/>
          </a:ln>
        </p:spPr>
      </p:pic>
      <p:pic>
        <p:nvPicPr>
          <p:cNvPr id="221" name="Google Shape;221;p23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1143075" y="2263950"/>
            <a:ext cx="1353900" cy="1386381"/>
          </a:xfrm>
          <a:prstGeom prst="rect">
            <a:avLst/>
          </a:prstGeom>
          <a:noFill/>
          <a:ln>
            <a:noFill/>
          </a:ln>
        </p:spPr>
      </p:pic>
      <p:sp>
        <p:nvSpPr>
          <p:cNvPr id="222" name="Google Shape;222;p23"/>
          <p:cNvSpPr txBox="1"/>
          <p:nvPr/>
        </p:nvSpPr>
        <p:spPr>
          <a:xfrm>
            <a:off x="0" y="2571750"/>
            <a:ext cx="1353900" cy="615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s">
                <a:latin typeface="Lato"/>
                <a:ea typeface="Lato"/>
                <a:cs typeface="Lato"/>
                <a:sym typeface="Lato"/>
              </a:rPr>
              <a:t>Filtro Pixelamiento:</a:t>
            </a:r>
            <a:endParaRPr/>
          </a:p>
        </p:txBody>
      </p:sp>
      <p:sp>
        <p:nvSpPr>
          <p:cNvPr id="223" name="Google Shape;223;p23"/>
          <p:cNvSpPr txBox="1"/>
          <p:nvPr/>
        </p:nvSpPr>
        <p:spPr>
          <a:xfrm>
            <a:off x="3051025" y="2263950"/>
            <a:ext cx="1353900" cy="615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s">
                <a:latin typeface="Lato"/>
                <a:ea typeface="Lato"/>
                <a:cs typeface="Lato"/>
                <a:sym typeface="Lato"/>
              </a:rPr>
              <a:t>Filtro Reflejado:</a:t>
            </a:r>
            <a:endParaRPr/>
          </a:p>
        </p:txBody>
      </p:sp>
      <p:pic>
        <p:nvPicPr>
          <p:cNvPr id="224" name="Google Shape;224;p23"/>
          <p:cNvPicPr preferRelativeResize="0"/>
          <p:nvPr/>
        </p:nvPicPr>
        <p:blipFill>
          <a:blip r:embed="rId6">
            <a:alphaModFix/>
          </a:blip>
          <a:stretch>
            <a:fillRect/>
          </a:stretch>
        </p:blipFill>
        <p:spPr>
          <a:xfrm>
            <a:off x="4229288" y="2155250"/>
            <a:ext cx="1175325" cy="1173562"/>
          </a:xfrm>
          <a:prstGeom prst="rect">
            <a:avLst/>
          </a:prstGeom>
          <a:noFill/>
          <a:ln>
            <a:noFill/>
          </a:ln>
        </p:spPr>
      </p:pic>
      <p:sp>
        <p:nvSpPr>
          <p:cNvPr id="225" name="Google Shape;225;p23"/>
          <p:cNvSpPr txBox="1"/>
          <p:nvPr/>
        </p:nvSpPr>
        <p:spPr>
          <a:xfrm>
            <a:off x="6029550" y="728450"/>
            <a:ext cx="1040100" cy="615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s">
                <a:latin typeface="Lato"/>
                <a:ea typeface="Lato"/>
                <a:cs typeface="Lato"/>
                <a:sym typeface="Lato"/>
              </a:rPr>
              <a:t>Filtro Retrato:</a:t>
            </a:r>
            <a:endParaRPr/>
          </a:p>
        </p:txBody>
      </p:sp>
      <p:pic>
        <p:nvPicPr>
          <p:cNvPr id="226" name="Google Shape;226;p23"/>
          <p:cNvPicPr preferRelativeResize="0"/>
          <p:nvPr/>
        </p:nvPicPr>
        <p:blipFill>
          <a:blip r:embed="rId7">
            <a:alphaModFix/>
          </a:blip>
          <a:stretch>
            <a:fillRect/>
          </a:stretch>
        </p:blipFill>
        <p:spPr>
          <a:xfrm>
            <a:off x="6993950" y="567977"/>
            <a:ext cx="1040100" cy="1017187"/>
          </a:xfrm>
          <a:prstGeom prst="rect">
            <a:avLst/>
          </a:prstGeom>
          <a:noFill/>
          <a:ln>
            <a:noFill/>
          </a:ln>
        </p:spPr>
      </p:pic>
      <p:sp>
        <p:nvSpPr>
          <p:cNvPr id="227" name="Google Shape;227;p23"/>
          <p:cNvSpPr txBox="1"/>
          <p:nvPr/>
        </p:nvSpPr>
        <p:spPr>
          <a:xfrm>
            <a:off x="2496975" y="3787850"/>
            <a:ext cx="1353900" cy="8313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s">
                <a:latin typeface="Lato"/>
                <a:ea typeface="Lato"/>
                <a:cs typeface="Lato"/>
                <a:sym typeface="Lato"/>
              </a:rPr>
              <a:t>Filtro Profundidad de campo:</a:t>
            </a:r>
            <a:endParaRPr/>
          </a:p>
        </p:txBody>
      </p:sp>
      <p:pic>
        <p:nvPicPr>
          <p:cNvPr id="228" name="Google Shape;228;p23"/>
          <p:cNvPicPr preferRelativeResize="0"/>
          <p:nvPr/>
        </p:nvPicPr>
        <p:blipFill>
          <a:blip r:embed="rId8">
            <a:alphaModFix/>
          </a:blip>
          <a:stretch>
            <a:fillRect/>
          </a:stretch>
        </p:blipFill>
        <p:spPr>
          <a:xfrm>
            <a:off x="3626187" y="3398578"/>
            <a:ext cx="2381526" cy="1609850"/>
          </a:xfrm>
          <a:prstGeom prst="rect">
            <a:avLst/>
          </a:prstGeom>
          <a:noFill/>
          <a:ln>
            <a:noFill/>
          </a:ln>
        </p:spPr>
      </p:pic>
      <p:sp>
        <p:nvSpPr>
          <p:cNvPr id="229" name="Google Shape;229;p23"/>
          <p:cNvSpPr txBox="1"/>
          <p:nvPr/>
        </p:nvSpPr>
        <p:spPr>
          <a:xfrm>
            <a:off x="5715750" y="2155250"/>
            <a:ext cx="1353900" cy="615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s">
                <a:latin typeface="Lato"/>
                <a:ea typeface="Lato"/>
                <a:cs typeface="Lato"/>
                <a:sym typeface="Lato"/>
              </a:rPr>
              <a:t>Filtro Borde cuadrado:</a:t>
            </a:r>
            <a:endParaRPr/>
          </a:p>
        </p:txBody>
      </p:sp>
      <p:pic>
        <p:nvPicPr>
          <p:cNvPr id="230" name="Google Shape;230;p23"/>
          <p:cNvPicPr preferRelativeResize="0"/>
          <p:nvPr/>
        </p:nvPicPr>
        <p:blipFill>
          <a:blip r:embed="rId9">
            <a:alphaModFix/>
          </a:blip>
          <a:stretch>
            <a:fillRect/>
          </a:stretch>
        </p:blipFill>
        <p:spPr>
          <a:xfrm>
            <a:off x="6837814" y="1777885"/>
            <a:ext cx="2265561" cy="153967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gradFill>
          <a:gsLst>
            <a:gs pos="0">
              <a:srgbClr val="FFF6DB"/>
            </a:gs>
            <a:gs pos="100000">
              <a:srgbClr val="FAD25C"/>
            </a:gs>
          </a:gsLst>
          <a:lin ang="5400012" scaled="0"/>
        </a:gradFill>
      </p:bgPr>
    </p:bg>
    <p:spTree>
      <p:nvGrpSpPr>
        <p:cNvPr id="234" name="Shape 23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5" name="Google Shape;235;p24"/>
          <p:cNvSpPr txBox="1"/>
          <p:nvPr>
            <p:ph type="title"/>
          </p:nvPr>
        </p:nvSpPr>
        <p:spPr>
          <a:xfrm>
            <a:off x="1297500" y="393750"/>
            <a:ext cx="7038900" cy="914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s">
                <a:solidFill>
                  <a:schemeClr val="dk1"/>
                </a:solidFill>
              </a:rPr>
              <a:t>Conclusiones</a:t>
            </a:r>
            <a:endParaRPr>
              <a:solidFill>
                <a:schemeClr val="dk1"/>
              </a:solidFill>
            </a:endParaRPr>
          </a:p>
        </p:txBody>
      </p:sp>
      <p:sp>
        <p:nvSpPr>
          <p:cNvPr id="236" name="Google Shape;236;p24"/>
          <p:cNvSpPr txBox="1"/>
          <p:nvPr>
            <p:ph idx="1" type="body"/>
          </p:nvPr>
        </p:nvSpPr>
        <p:spPr>
          <a:xfrm>
            <a:off x="1205650" y="1042075"/>
            <a:ext cx="7038900" cy="2911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s" sz="1900">
                <a:solidFill>
                  <a:srgbClr val="000000"/>
                </a:solidFill>
              </a:rPr>
              <a:t>-80% del proyecto total aprox.</a:t>
            </a:r>
            <a:endParaRPr sz="1900">
              <a:solidFill>
                <a:srgbClr val="000000"/>
              </a:solidFill>
            </a:endParaRPr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lang="es" sz="1900">
                <a:solidFill>
                  <a:srgbClr val="000000"/>
                </a:solidFill>
              </a:rPr>
              <a:t>-</a:t>
            </a:r>
            <a:r>
              <a:rPr lang="es" sz="1900">
                <a:solidFill>
                  <a:srgbClr val="000000"/>
                </a:solidFill>
              </a:rPr>
              <a:t>Soluciones</a:t>
            </a:r>
            <a:r>
              <a:rPr lang="es" sz="1900">
                <a:solidFill>
                  <a:srgbClr val="000000"/>
                </a:solidFill>
              </a:rPr>
              <a:t> escogidas finales (filtros).</a:t>
            </a:r>
            <a:endParaRPr sz="1900">
              <a:solidFill>
                <a:srgbClr val="000000"/>
              </a:solidFill>
            </a:endParaRPr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lang="es" sz="1900">
                <a:solidFill>
                  <a:srgbClr val="000000"/>
                </a:solidFill>
              </a:rPr>
              <a:t>-</a:t>
            </a:r>
            <a:r>
              <a:rPr lang="es" sz="1900">
                <a:solidFill>
                  <a:srgbClr val="000000"/>
                </a:solidFill>
              </a:rPr>
              <a:t>Imágenes</a:t>
            </a:r>
            <a:r>
              <a:rPr lang="es" sz="1900">
                <a:solidFill>
                  <a:srgbClr val="000000"/>
                </a:solidFill>
              </a:rPr>
              <a:t> modificadas.</a:t>
            </a:r>
            <a:endParaRPr sz="1900">
              <a:solidFill>
                <a:srgbClr val="000000"/>
              </a:solidFill>
            </a:endParaRPr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lang="es" sz="1900">
                <a:solidFill>
                  <a:srgbClr val="000000"/>
                </a:solidFill>
              </a:rPr>
              <a:t>-C</a:t>
            </a:r>
            <a:r>
              <a:rPr lang="es" sz="1900">
                <a:solidFill>
                  <a:srgbClr val="000000"/>
                </a:solidFill>
              </a:rPr>
              <a:t>ódigo final.</a:t>
            </a:r>
            <a:endParaRPr sz="1900">
              <a:solidFill>
                <a:srgbClr val="000000"/>
              </a:solidFill>
            </a:endParaRPr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t/>
            </a:r>
            <a:endParaRPr sz="1900"/>
          </a:p>
          <a:p>
            <a:pPr indent="0" lvl="0" marL="0" rtl="0" algn="l">
              <a:spcBef>
                <a:spcPts val="1200"/>
              </a:spcBef>
              <a:spcAft>
                <a:spcPts val="1200"/>
              </a:spcAft>
              <a:buNone/>
            </a:pPr>
            <a:r>
              <a:t/>
            </a:r>
            <a:endParaRPr/>
          </a:p>
        </p:txBody>
      </p:sp>
      <p:pic>
        <p:nvPicPr>
          <p:cNvPr id="237" name="Google Shape;237;p24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3629281" y="2641419"/>
            <a:ext cx="5433450" cy="184877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 name="Focus">
  <a:themeElements>
    <a:clrScheme name="Focus">
      <a:dk1>
        <a:srgbClr val="1B212C"/>
      </a:dk1>
      <a:lt1>
        <a:srgbClr val="FFFFFF"/>
      </a:lt1>
      <a:dk2>
        <a:srgbClr val="D9D9D9"/>
      </a:dk2>
      <a:lt2>
        <a:srgbClr val="82C7A5"/>
      </a:lt2>
      <a:accent1>
        <a:srgbClr val="0145AC"/>
      </a:accent1>
      <a:accent2>
        <a:srgbClr val="EECE1A"/>
      </a:accent2>
      <a:accent3>
        <a:srgbClr val="4E5567"/>
      </a:accent3>
      <a:accent4>
        <a:srgbClr val="F4D6AD"/>
      </a:accent4>
      <a:accent5>
        <a:srgbClr val="7890CD"/>
      </a:accent5>
      <a:accent6>
        <a:srgbClr val="F15E22"/>
      </a:accent6>
      <a:hlink>
        <a:srgbClr val="7890CD"/>
      </a:hlink>
      <a:folHlink>
        <a:srgbClr val="7890CD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